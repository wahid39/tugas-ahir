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media/image1.png" ContentType="image/png"/>
  <Override PartName="/ppt/media/hdphoto1.wdp" ContentType="image/vnd.ms-photo"/>
  <Override PartName="/ppt/media/image8.png" ContentType="image/png"/>
  <Override PartName="/ppt/media/image2.png" ContentType="image/png"/>
  <Override PartName="/ppt/media/image9.jpeg" ContentType="image/jpeg"/>
  <Override PartName="/ppt/media/image3.png" ContentType="image/png"/>
  <Override PartName="/ppt/media/image4.png" ContentType="image/png"/>
  <Override PartName="/ppt/media/image5.jpeg" ContentType="image/jpeg"/>
  <Override PartName="/ppt/media/image6.png" ContentType="image/png"/>
  <Override PartName="/ppt/media/image7.png" ContentType="image/png"/>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2" name="PlaceHolder 2"/>
          <p:cNvSpPr>
            <a:spLocks noGrp="1"/>
          </p:cNvSpPr>
          <p:nvPr>
            <p:ph type="subTitle"/>
          </p:nvPr>
        </p:nvSpPr>
        <p:spPr>
          <a:xfrm>
            <a:off x="6981120" y="1310760"/>
            <a:ext cx="5210640" cy="420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4" name="PlaceHolder 2"/>
          <p:cNvSpPr>
            <a:spLocks noGrp="1"/>
          </p:cNvSpPr>
          <p:nvPr>
            <p:ph type="body"/>
          </p:nvPr>
        </p:nvSpPr>
        <p:spPr>
          <a:xfrm>
            <a:off x="6981120" y="1310760"/>
            <a:ext cx="521064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6"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7"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1104840" y="2292120"/>
            <a:ext cx="5733720" cy="102891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1"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2"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5"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26"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7" name="PlaceHolder 4"/>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9"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30"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31" name="PlaceHolder 4"/>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33" name="PlaceHolder 2"/>
          <p:cNvSpPr>
            <a:spLocks noGrp="1"/>
          </p:cNvSpPr>
          <p:nvPr>
            <p:ph type="body"/>
          </p:nvPr>
        </p:nvSpPr>
        <p:spPr>
          <a:xfrm>
            <a:off x="6981120" y="131076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34" name="PlaceHolder 3"/>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36"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37"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38"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39" name="PlaceHolder 5"/>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41" name="PlaceHolder 2"/>
          <p:cNvSpPr>
            <a:spLocks noGrp="1"/>
          </p:cNvSpPr>
          <p:nvPr>
            <p:ph type="body"/>
          </p:nvPr>
        </p:nvSpPr>
        <p:spPr>
          <a:xfrm>
            <a:off x="698112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42" name="PlaceHolder 3"/>
          <p:cNvSpPr>
            <a:spLocks noGrp="1"/>
          </p:cNvSpPr>
          <p:nvPr>
            <p:ph type="body"/>
          </p:nvPr>
        </p:nvSpPr>
        <p:spPr>
          <a:xfrm>
            <a:off x="874296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43" name="PlaceHolder 4"/>
          <p:cNvSpPr>
            <a:spLocks noGrp="1"/>
          </p:cNvSpPr>
          <p:nvPr>
            <p:ph type="body"/>
          </p:nvPr>
        </p:nvSpPr>
        <p:spPr>
          <a:xfrm>
            <a:off x="1050480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44" name="PlaceHolder 5"/>
          <p:cNvSpPr>
            <a:spLocks noGrp="1"/>
          </p:cNvSpPr>
          <p:nvPr>
            <p:ph type="body"/>
          </p:nvPr>
        </p:nvSpPr>
        <p:spPr>
          <a:xfrm>
            <a:off x="698112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45" name="PlaceHolder 6"/>
          <p:cNvSpPr>
            <a:spLocks noGrp="1"/>
          </p:cNvSpPr>
          <p:nvPr>
            <p:ph type="body"/>
          </p:nvPr>
        </p:nvSpPr>
        <p:spPr>
          <a:xfrm>
            <a:off x="874296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46" name="PlaceHolder 7"/>
          <p:cNvSpPr>
            <a:spLocks noGrp="1"/>
          </p:cNvSpPr>
          <p:nvPr>
            <p:ph type="body"/>
          </p:nvPr>
        </p:nvSpPr>
        <p:spPr>
          <a:xfrm>
            <a:off x="1050480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4"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65" name="PlaceHolder 2"/>
          <p:cNvSpPr>
            <a:spLocks noGrp="1"/>
          </p:cNvSpPr>
          <p:nvPr>
            <p:ph type="subTitle"/>
          </p:nvPr>
        </p:nvSpPr>
        <p:spPr>
          <a:xfrm>
            <a:off x="6981120" y="1310760"/>
            <a:ext cx="5210640" cy="420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67" name="PlaceHolder 2"/>
          <p:cNvSpPr>
            <a:spLocks noGrp="1"/>
          </p:cNvSpPr>
          <p:nvPr>
            <p:ph type="body"/>
          </p:nvPr>
        </p:nvSpPr>
        <p:spPr>
          <a:xfrm>
            <a:off x="6981120" y="1310760"/>
            <a:ext cx="521064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69"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70"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2" name="PlaceHolder 1"/>
          <p:cNvSpPr>
            <a:spLocks noGrp="1"/>
          </p:cNvSpPr>
          <p:nvPr>
            <p:ph type="subTitle"/>
          </p:nvPr>
        </p:nvSpPr>
        <p:spPr>
          <a:xfrm>
            <a:off x="1104840" y="2292120"/>
            <a:ext cx="5733720" cy="102891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74"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75"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76"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78"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79"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80" name="PlaceHolder 4"/>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82"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83"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84" name="PlaceHolder 4"/>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86" name="PlaceHolder 2"/>
          <p:cNvSpPr>
            <a:spLocks noGrp="1"/>
          </p:cNvSpPr>
          <p:nvPr>
            <p:ph type="body"/>
          </p:nvPr>
        </p:nvSpPr>
        <p:spPr>
          <a:xfrm>
            <a:off x="6981120" y="131076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87" name="PlaceHolder 3"/>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89"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0"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1"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2" name="PlaceHolder 5"/>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94" name="PlaceHolder 2"/>
          <p:cNvSpPr>
            <a:spLocks noGrp="1"/>
          </p:cNvSpPr>
          <p:nvPr>
            <p:ph type="body"/>
          </p:nvPr>
        </p:nvSpPr>
        <p:spPr>
          <a:xfrm>
            <a:off x="698112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5" name="PlaceHolder 3"/>
          <p:cNvSpPr>
            <a:spLocks noGrp="1"/>
          </p:cNvSpPr>
          <p:nvPr>
            <p:ph type="body"/>
          </p:nvPr>
        </p:nvSpPr>
        <p:spPr>
          <a:xfrm>
            <a:off x="874296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6" name="PlaceHolder 4"/>
          <p:cNvSpPr>
            <a:spLocks noGrp="1"/>
          </p:cNvSpPr>
          <p:nvPr>
            <p:ph type="body"/>
          </p:nvPr>
        </p:nvSpPr>
        <p:spPr>
          <a:xfrm>
            <a:off x="1050480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7" name="PlaceHolder 5"/>
          <p:cNvSpPr>
            <a:spLocks noGrp="1"/>
          </p:cNvSpPr>
          <p:nvPr>
            <p:ph type="body"/>
          </p:nvPr>
        </p:nvSpPr>
        <p:spPr>
          <a:xfrm>
            <a:off x="698112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8" name="PlaceHolder 6"/>
          <p:cNvSpPr>
            <a:spLocks noGrp="1"/>
          </p:cNvSpPr>
          <p:nvPr>
            <p:ph type="body"/>
          </p:nvPr>
        </p:nvSpPr>
        <p:spPr>
          <a:xfrm>
            <a:off x="874296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99" name="PlaceHolder 7"/>
          <p:cNvSpPr>
            <a:spLocks noGrp="1"/>
          </p:cNvSpPr>
          <p:nvPr>
            <p:ph type="body"/>
          </p:nvPr>
        </p:nvSpPr>
        <p:spPr>
          <a:xfrm>
            <a:off x="1050480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8"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09" name="PlaceHolder 2"/>
          <p:cNvSpPr>
            <a:spLocks noGrp="1"/>
          </p:cNvSpPr>
          <p:nvPr>
            <p:ph type="subTitle"/>
          </p:nvPr>
        </p:nvSpPr>
        <p:spPr>
          <a:xfrm>
            <a:off x="6981120" y="1310760"/>
            <a:ext cx="5210640" cy="420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11" name="PlaceHolder 2"/>
          <p:cNvSpPr>
            <a:spLocks noGrp="1"/>
          </p:cNvSpPr>
          <p:nvPr>
            <p:ph type="body"/>
          </p:nvPr>
        </p:nvSpPr>
        <p:spPr>
          <a:xfrm>
            <a:off x="6981120" y="1310760"/>
            <a:ext cx="521064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13"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14"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6" name="PlaceHolder 1"/>
          <p:cNvSpPr>
            <a:spLocks noGrp="1"/>
          </p:cNvSpPr>
          <p:nvPr>
            <p:ph type="subTitle"/>
          </p:nvPr>
        </p:nvSpPr>
        <p:spPr>
          <a:xfrm>
            <a:off x="1104840" y="2292120"/>
            <a:ext cx="5733720" cy="102891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18"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19"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20"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22"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23"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24" name="PlaceHolder 4"/>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26"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27"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28" name="PlaceHolder 4"/>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30" name="PlaceHolder 2"/>
          <p:cNvSpPr>
            <a:spLocks noGrp="1"/>
          </p:cNvSpPr>
          <p:nvPr>
            <p:ph type="body"/>
          </p:nvPr>
        </p:nvSpPr>
        <p:spPr>
          <a:xfrm>
            <a:off x="6981120" y="131076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31" name="PlaceHolder 3"/>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33"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34"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35"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36" name="PlaceHolder 5"/>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38" name="PlaceHolder 2"/>
          <p:cNvSpPr>
            <a:spLocks noGrp="1"/>
          </p:cNvSpPr>
          <p:nvPr>
            <p:ph type="body"/>
          </p:nvPr>
        </p:nvSpPr>
        <p:spPr>
          <a:xfrm>
            <a:off x="698112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39" name="PlaceHolder 3"/>
          <p:cNvSpPr>
            <a:spLocks noGrp="1"/>
          </p:cNvSpPr>
          <p:nvPr>
            <p:ph type="body"/>
          </p:nvPr>
        </p:nvSpPr>
        <p:spPr>
          <a:xfrm>
            <a:off x="874296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40" name="PlaceHolder 4"/>
          <p:cNvSpPr>
            <a:spLocks noGrp="1"/>
          </p:cNvSpPr>
          <p:nvPr>
            <p:ph type="body"/>
          </p:nvPr>
        </p:nvSpPr>
        <p:spPr>
          <a:xfrm>
            <a:off x="1050480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41" name="PlaceHolder 5"/>
          <p:cNvSpPr>
            <a:spLocks noGrp="1"/>
          </p:cNvSpPr>
          <p:nvPr>
            <p:ph type="body"/>
          </p:nvPr>
        </p:nvSpPr>
        <p:spPr>
          <a:xfrm>
            <a:off x="698112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42" name="PlaceHolder 6"/>
          <p:cNvSpPr>
            <a:spLocks noGrp="1"/>
          </p:cNvSpPr>
          <p:nvPr>
            <p:ph type="body"/>
          </p:nvPr>
        </p:nvSpPr>
        <p:spPr>
          <a:xfrm>
            <a:off x="874296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43" name="PlaceHolder 7"/>
          <p:cNvSpPr>
            <a:spLocks noGrp="1"/>
          </p:cNvSpPr>
          <p:nvPr>
            <p:ph type="body"/>
          </p:nvPr>
        </p:nvSpPr>
        <p:spPr>
          <a:xfrm>
            <a:off x="1050480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2"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53" name="PlaceHolder 2"/>
          <p:cNvSpPr>
            <a:spLocks noGrp="1"/>
          </p:cNvSpPr>
          <p:nvPr>
            <p:ph type="subTitle"/>
          </p:nvPr>
        </p:nvSpPr>
        <p:spPr>
          <a:xfrm>
            <a:off x="6981120" y="1310760"/>
            <a:ext cx="5210640" cy="420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55" name="PlaceHolder 2"/>
          <p:cNvSpPr>
            <a:spLocks noGrp="1"/>
          </p:cNvSpPr>
          <p:nvPr>
            <p:ph type="body"/>
          </p:nvPr>
        </p:nvSpPr>
        <p:spPr>
          <a:xfrm>
            <a:off x="6981120" y="1310760"/>
            <a:ext cx="521064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57"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58"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9"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0" name="PlaceHolder 1"/>
          <p:cNvSpPr>
            <a:spLocks noGrp="1"/>
          </p:cNvSpPr>
          <p:nvPr>
            <p:ph type="subTitle"/>
          </p:nvPr>
        </p:nvSpPr>
        <p:spPr>
          <a:xfrm>
            <a:off x="1104840" y="2292120"/>
            <a:ext cx="5733720" cy="102891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62"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63"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64"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66"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167"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68" name="PlaceHolder 4"/>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70"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71"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72" name="PlaceHolder 4"/>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74" name="PlaceHolder 2"/>
          <p:cNvSpPr>
            <a:spLocks noGrp="1"/>
          </p:cNvSpPr>
          <p:nvPr>
            <p:ph type="body"/>
          </p:nvPr>
        </p:nvSpPr>
        <p:spPr>
          <a:xfrm>
            <a:off x="6981120" y="131076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75" name="PlaceHolder 3"/>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77"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78"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79"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80" name="PlaceHolder 5"/>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182" name="PlaceHolder 2"/>
          <p:cNvSpPr>
            <a:spLocks noGrp="1"/>
          </p:cNvSpPr>
          <p:nvPr>
            <p:ph type="body"/>
          </p:nvPr>
        </p:nvSpPr>
        <p:spPr>
          <a:xfrm>
            <a:off x="698112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83" name="PlaceHolder 3"/>
          <p:cNvSpPr>
            <a:spLocks noGrp="1"/>
          </p:cNvSpPr>
          <p:nvPr>
            <p:ph type="body"/>
          </p:nvPr>
        </p:nvSpPr>
        <p:spPr>
          <a:xfrm>
            <a:off x="874296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84" name="PlaceHolder 4"/>
          <p:cNvSpPr>
            <a:spLocks noGrp="1"/>
          </p:cNvSpPr>
          <p:nvPr>
            <p:ph type="body"/>
          </p:nvPr>
        </p:nvSpPr>
        <p:spPr>
          <a:xfrm>
            <a:off x="1050480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85" name="PlaceHolder 5"/>
          <p:cNvSpPr>
            <a:spLocks noGrp="1"/>
          </p:cNvSpPr>
          <p:nvPr>
            <p:ph type="body"/>
          </p:nvPr>
        </p:nvSpPr>
        <p:spPr>
          <a:xfrm>
            <a:off x="698112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86" name="PlaceHolder 6"/>
          <p:cNvSpPr>
            <a:spLocks noGrp="1"/>
          </p:cNvSpPr>
          <p:nvPr>
            <p:ph type="body"/>
          </p:nvPr>
        </p:nvSpPr>
        <p:spPr>
          <a:xfrm>
            <a:off x="874296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187" name="PlaceHolder 7"/>
          <p:cNvSpPr>
            <a:spLocks noGrp="1"/>
          </p:cNvSpPr>
          <p:nvPr>
            <p:ph type="body"/>
          </p:nvPr>
        </p:nvSpPr>
        <p:spPr>
          <a:xfrm>
            <a:off x="1050480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2"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03" name="PlaceHolder 2"/>
          <p:cNvSpPr>
            <a:spLocks noGrp="1"/>
          </p:cNvSpPr>
          <p:nvPr>
            <p:ph type="subTitle"/>
          </p:nvPr>
        </p:nvSpPr>
        <p:spPr>
          <a:xfrm>
            <a:off x="6981120" y="1310760"/>
            <a:ext cx="5210640" cy="42084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05" name="PlaceHolder 2"/>
          <p:cNvSpPr>
            <a:spLocks noGrp="1"/>
          </p:cNvSpPr>
          <p:nvPr>
            <p:ph type="body"/>
          </p:nvPr>
        </p:nvSpPr>
        <p:spPr>
          <a:xfrm>
            <a:off x="6981120" y="1310760"/>
            <a:ext cx="521064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07"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208"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9"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0" name="PlaceHolder 1"/>
          <p:cNvSpPr>
            <a:spLocks noGrp="1"/>
          </p:cNvSpPr>
          <p:nvPr>
            <p:ph type="subTitle"/>
          </p:nvPr>
        </p:nvSpPr>
        <p:spPr>
          <a:xfrm>
            <a:off x="1104840" y="2292120"/>
            <a:ext cx="5733720" cy="102891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12"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13" name="PlaceHolder 3"/>
          <p:cNvSpPr>
            <a:spLocks noGrp="1"/>
          </p:cNvSpPr>
          <p:nvPr>
            <p:ph type="body"/>
          </p:nvPr>
        </p:nvSpPr>
        <p:spPr>
          <a:xfrm>
            <a:off x="965124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214"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16" name="PlaceHolder 2"/>
          <p:cNvSpPr>
            <a:spLocks noGrp="1"/>
          </p:cNvSpPr>
          <p:nvPr>
            <p:ph type="body"/>
          </p:nvPr>
        </p:nvSpPr>
        <p:spPr>
          <a:xfrm>
            <a:off x="6981120" y="1310760"/>
            <a:ext cx="2542680" cy="4208400"/>
          </a:xfrm>
          <a:prstGeom prst="rect">
            <a:avLst/>
          </a:prstGeom>
        </p:spPr>
        <p:txBody>
          <a:bodyPr lIns="0" rIns="0" tIns="0" bIns="0">
            <a:normAutofit/>
          </a:bodyPr>
          <a:p>
            <a:endParaRPr b="0" lang="en-US" sz="2000" spc="-1" strike="noStrike">
              <a:solidFill>
                <a:srgbClr val="514843"/>
              </a:solidFill>
              <a:latin typeface="Euphemia"/>
            </a:endParaRPr>
          </a:p>
        </p:txBody>
      </p:sp>
      <p:sp>
        <p:nvSpPr>
          <p:cNvPr id="217"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18" name="PlaceHolder 4"/>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20"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21"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22" name="PlaceHolder 4"/>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24" name="PlaceHolder 2"/>
          <p:cNvSpPr>
            <a:spLocks noGrp="1"/>
          </p:cNvSpPr>
          <p:nvPr>
            <p:ph type="body"/>
          </p:nvPr>
        </p:nvSpPr>
        <p:spPr>
          <a:xfrm>
            <a:off x="6981120" y="131076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25" name="PlaceHolder 3"/>
          <p:cNvSpPr>
            <a:spLocks noGrp="1"/>
          </p:cNvSpPr>
          <p:nvPr>
            <p:ph type="body"/>
          </p:nvPr>
        </p:nvSpPr>
        <p:spPr>
          <a:xfrm>
            <a:off x="6981120" y="3509280"/>
            <a:ext cx="521064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27" name="PlaceHolder 2"/>
          <p:cNvSpPr>
            <a:spLocks noGrp="1"/>
          </p:cNvSpPr>
          <p:nvPr>
            <p:ph type="body"/>
          </p:nvPr>
        </p:nvSpPr>
        <p:spPr>
          <a:xfrm>
            <a:off x="698112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28" name="PlaceHolder 3"/>
          <p:cNvSpPr>
            <a:spLocks noGrp="1"/>
          </p:cNvSpPr>
          <p:nvPr>
            <p:ph type="body"/>
          </p:nvPr>
        </p:nvSpPr>
        <p:spPr>
          <a:xfrm>
            <a:off x="9651240" y="131076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29" name="PlaceHolder 4"/>
          <p:cNvSpPr>
            <a:spLocks noGrp="1"/>
          </p:cNvSpPr>
          <p:nvPr>
            <p:ph type="body"/>
          </p:nvPr>
        </p:nvSpPr>
        <p:spPr>
          <a:xfrm>
            <a:off x="698112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0" name="PlaceHolder 5"/>
          <p:cNvSpPr>
            <a:spLocks noGrp="1"/>
          </p:cNvSpPr>
          <p:nvPr>
            <p:ph type="body"/>
          </p:nvPr>
        </p:nvSpPr>
        <p:spPr>
          <a:xfrm>
            <a:off x="9651240" y="3509280"/>
            <a:ext cx="254268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1104840" y="2292120"/>
            <a:ext cx="5733720" cy="2219400"/>
          </a:xfrm>
          <a:prstGeom prst="rect">
            <a:avLst/>
          </a:prstGeom>
        </p:spPr>
        <p:txBody>
          <a:bodyPr lIns="0" rIns="0" tIns="0" bIns="0" anchor="ctr">
            <a:noAutofit/>
          </a:bodyPr>
          <a:p>
            <a:endParaRPr b="0" lang="en-US" sz="1800" spc="-1" strike="noStrike">
              <a:solidFill>
                <a:srgbClr val="514843"/>
              </a:solidFill>
              <a:latin typeface="Euphemia"/>
            </a:endParaRPr>
          </a:p>
        </p:txBody>
      </p:sp>
      <p:sp>
        <p:nvSpPr>
          <p:cNvPr id="232" name="PlaceHolder 2"/>
          <p:cNvSpPr>
            <a:spLocks noGrp="1"/>
          </p:cNvSpPr>
          <p:nvPr>
            <p:ph type="body"/>
          </p:nvPr>
        </p:nvSpPr>
        <p:spPr>
          <a:xfrm>
            <a:off x="698112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3" name="PlaceHolder 3"/>
          <p:cNvSpPr>
            <a:spLocks noGrp="1"/>
          </p:cNvSpPr>
          <p:nvPr>
            <p:ph type="body"/>
          </p:nvPr>
        </p:nvSpPr>
        <p:spPr>
          <a:xfrm>
            <a:off x="874296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4" name="PlaceHolder 4"/>
          <p:cNvSpPr>
            <a:spLocks noGrp="1"/>
          </p:cNvSpPr>
          <p:nvPr>
            <p:ph type="body"/>
          </p:nvPr>
        </p:nvSpPr>
        <p:spPr>
          <a:xfrm>
            <a:off x="10504800" y="131076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5" name="PlaceHolder 5"/>
          <p:cNvSpPr>
            <a:spLocks noGrp="1"/>
          </p:cNvSpPr>
          <p:nvPr>
            <p:ph type="body"/>
          </p:nvPr>
        </p:nvSpPr>
        <p:spPr>
          <a:xfrm>
            <a:off x="698112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6" name="PlaceHolder 6"/>
          <p:cNvSpPr>
            <a:spLocks noGrp="1"/>
          </p:cNvSpPr>
          <p:nvPr>
            <p:ph type="body"/>
          </p:nvPr>
        </p:nvSpPr>
        <p:spPr>
          <a:xfrm>
            <a:off x="874296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
        <p:nvSpPr>
          <p:cNvPr id="237" name="PlaceHolder 7"/>
          <p:cNvSpPr>
            <a:spLocks noGrp="1"/>
          </p:cNvSpPr>
          <p:nvPr>
            <p:ph type="body"/>
          </p:nvPr>
        </p:nvSpPr>
        <p:spPr>
          <a:xfrm>
            <a:off x="10504800" y="3509280"/>
            <a:ext cx="1677600" cy="2007360"/>
          </a:xfrm>
          <a:prstGeom prst="rect">
            <a:avLst/>
          </a:prstGeom>
        </p:spPr>
        <p:txBody>
          <a:bodyPr lIns="0" rIns="0" tIns="0" bIns="0">
            <a:normAutofit/>
          </a:bodyPr>
          <a:p>
            <a:endParaRPr b="0" lang="en-US" sz="2000" spc="-1" strike="noStrike">
              <a:solidFill>
                <a:srgbClr val="514843"/>
              </a:solidFill>
              <a:latin typeface="Euphemi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3"/>
        </a:solidFill>
      </p:bgPr>
    </p:bg>
    <p:spTree>
      <p:nvGrpSpPr>
        <p:cNvPr id="1" name=""/>
        <p:cNvGrpSpPr/>
        <p:nvPr/>
      </p:nvGrpSpPr>
      <p:grpSpPr>
        <a:xfrm>
          <a:off x="0" y="0"/>
          <a:ext cx="0" cy="0"/>
          <a:chOff x="0" y="0"/>
          <a:chExt cx="0" cy="0"/>
        </a:xfrm>
      </p:grpSpPr>
      <p:grpSp>
        <p:nvGrpSpPr>
          <p:cNvPr id="0" name="Group 1"/>
          <p:cNvGrpSpPr/>
          <p:nvPr/>
        </p:nvGrpSpPr>
        <p:grpSpPr>
          <a:xfrm>
            <a:off x="1103040" y="1218960"/>
            <a:ext cx="9985320" cy="84600"/>
            <a:chOff x="1103040" y="1218960"/>
            <a:chExt cx="9985320" cy="84600"/>
          </a:xfrm>
        </p:grpSpPr>
        <p:sp>
          <p:nvSpPr>
            <p:cNvPr id="1" name="Line 2"/>
            <p:cNvSpPr/>
            <p:nvPr/>
          </p:nvSpPr>
          <p:spPr>
            <a:xfrm flipH="1">
              <a:off x="1103040" y="1218960"/>
              <a:ext cx="998532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2" name="Line 3"/>
            <p:cNvSpPr/>
            <p:nvPr/>
          </p:nvSpPr>
          <p:spPr>
            <a:xfrm flipH="1">
              <a:off x="1103040" y="1303560"/>
              <a:ext cx="998532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sp>
        <p:nvSpPr>
          <p:cNvPr id="3" name="CustomShape 4"/>
          <p:cNvSpPr/>
          <p:nvPr/>
        </p:nvSpPr>
        <p:spPr>
          <a:xfrm>
            <a:off x="0" y="0"/>
            <a:ext cx="12191760" cy="1079640"/>
          </a:xfrm>
          <a:prstGeom prst="rect">
            <a:avLst/>
          </a:prstGeom>
          <a:ln>
            <a:noFill/>
          </a:ln>
        </p:spPr>
        <p:style>
          <a:lnRef idx="2">
            <a:schemeClr val="accent1">
              <a:shade val="50000"/>
            </a:schemeClr>
          </a:lnRef>
          <a:fillRef idx="1">
            <a:schemeClr val="accent1"/>
          </a:fillRef>
          <a:effectRef idx="0">
            <a:schemeClr val="accent1"/>
          </a:effectRef>
          <a:fontRef idx="minor"/>
        </p:style>
      </p:sp>
      <p:pic>
        <p:nvPicPr>
          <p:cNvPr id="4" name="Picture 10" descr=""/>
          <p:cNvPicPr/>
          <p:nvPr/>
        </p:nvPicPr>
        <p:blipFill>
          <a:blip r:embed="rId2">
            <a:extLst>
              <a:ext uri="{BEBA8EAE-BF5A-486C-A8C5-ECC9F3942E4B}">
                <a14:imgProps xmlns:a14="http://schemas.microsoft.com/office/drawing/2010/main">
                  <a14:imgLayer r:embed="rId3">
                    <a14:imgEffect>
                      <a14:saturation sat="30000"/>
                    </a14:imgEffect>
                  </a14:imgLayer>
                </a14:imgProps>
              </a:ext>
            </a:extLst>
          </a:blip>
          <a:stretch/>
        </p:blipFill>
        <p:spPr>
          <a:xfrm>
            <a:off x="1324440" y="0"/>
            <a:ext cx="1747080" cy="2291760"/>
          </a:xfrm>
          <a:prstGeom prst="rect">
            <a:avLst/>
          </a:prstGeom>
          <a:ln>
            <a:noFill/>
          </a:ln>
        </p:spPr>
      </p:pic>
      <p:sp>
        <p:nvSpPr>
          <p:cNvPr id="5" name="PlaceHolder 5"/>
          <p:cNvSpPr>
            <a:spLocks noGrp="1"/>
          </p:cNvSpPr>
          <p:nvPr>
            <p:ph type="title"/>
          </p:nvPr>
        </p:nvSpPr>
        <p:spPr>
          <a:xfrm>
            <a:off x="1104840" y="2292120"/>
            <a:ext cx="10096200" cy="2219400"/>
          </a:xfrm>
          <a:prstGeom prst="rect">
            <a:avLst/>
          </a:prstGeom>
        </p:spPr>
        <p:txBody>
          <a:bodyPr lIns="0" rIns="0" anchor="ctr">
            <a:normAutofit/>
          </a:bodyPr>
          <a:p>
            <a:pPr>
              <a:lnSpc>
                <a:spcPct val="90000"/>
              </a:lnSpc>
            </a:pPr>
            <a:r>
              <a:rPr b="0" lang="en-US" sz="4400" spc="-1" strike="noStrike" cap="all">
                <a:solidFill>
                  <a:srgbClr val="514843"/>
                </a:solidFill>
                <a:latin typeface="Plantagenet Cherokee"/>
              </a:rPr>
              <a:t>Click to </a:t>
            </a:r>
            <a:r>
              <a:rPr b="0" lang="en-US" sz="4400" spc="-1" strike="noStrike" cap="all">
                <a:solidFill>
                  <a:srgbClr val="514843"/>
                </a:solidFill>
                <a:latin typeface="Plantagenet Cherokee"/>
              </a:rPr>
              <a:t>edit Master </a:t>
            </a:r>
            <a:r>
              <a:rPr b="0" lang="en-US" sz="4400" spc="-1" strike="noStrike" cap="all">
                <a:solidFill>
                  <a:srgbClr val="514843"/>
                </a:solidFill>
                <a:latin typeface="Plantagenet Cherokee"/>
              </a:rPr>
              <a:t>title style</a:t>
            </a:r>
            <a:endParaRPr b="0" lang="en-US" sz="4400" spc="-1" strike="noStrike">
              <a:solidFill>
                <a:srgbClr val="514843"/>
              </a:solidFill>
              <a:latin typeface="Euphemia"/>
            </a:endParaRPr>
          </a:p>
        </p:txBody>
      </p:sp>
      <p:sp>
        <p:nvSpPr>
          <p:cNvPr id="6" name="CustomShape 6"/>
          <p:cNvSpPr/>
          <p:nvPr/>
        </p:nvSpPr>
        <p:spPr>
          <a:xfrm>
            <a:off x="0" y="5778000"/>
            <a:ext cx="12191760" cy="107964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7" name="PlaceHolder 7"/>
          <p:cNvSpPr>
            <a:spLocks noGrp="1"/>
          </p:cNvSpPr>
          <p:nvPr>
            <p:ph type="dt"/>
          </p:nvPr>
        </p:nvSpPr>
        <p:spPr>
          <a:xfrm>
            <a:off x="1104840" y="6356520"/>
            <a:ext cx="1829160" cy="364680"/>
          </a:xfrm>
          <a:prstGeom prst="rect">
            <a:avLst/>
          </a:prstGeom>
        </p:spPr>
        <p:txBody>
          <a:bodyPr lIns="0" rIns="0" anchor="ctr">
            <a:noAutofit/>
          </a:bodyPr>
          <a:p>
            <a:pPr>
              <a:lnSpc>
                <a:spcPct val="100000"/>
              </a:lnSpc>
            </a:pPr>
            <a:fld id="{C93DDE91-EEAD-4B4E-9D79-C1B38179C45F}" type="datetime">
              <a:rPr b="0" lang="en-US" sz="1200" spc="-1" strike="noStrike">
                <a:solidFill>
                  <a:srgbClr val="dbd6d3"/>
                </a:solidFill>
                <a:latin typeface="Euphemia"/>
              </a:rPr>
              <a:t>1/10/22</a:t>
            </a:fld>
            <a:endParaRPr b="0" lang="en-US" sz="1200" spc="-1" strike="noStrike">
              <a:latin typeface="Times New Roman"/>
            </a:endParaRPr>
          </a:p>
        </p:txBody>
      </p:sp>
      <p:sp>
        <p:nvSpPr>
          <p:cNvPr id="8" name="PlaceHolder 8"/>
          <p:cNvSpPr>
            <a:spLocks noGrp="1"/>
          </p:cNvSpPr>
          <p:nvPr>
            <p:ph type="ftr"/>
          </p:nvPr>
        </p:nvSpPr>
        <p:spPr>
          <a:xfrm>
            <a:off x="2934360" y="6356520"/>
            <a:ext cx="6322680" cy="364680"/>
          </a:xfrm>
          <a:prstGeom prst="rect">
            <a:avLst/>
          </a:prstGeom>
        </p:spPr>
        <p:txBody>
          <a:bodyPr lIns="0" rIns="0" anchor="ctr">
            <a:noAutofit/>
          </a:bodyPr>
          <a:p>
            <a:endParaRPr b="0" lang="en-US" sz="2400" spc="-1" strike="noStrike">
              <a:latin typeface="Times New Roman"/>
            </a:endParaRPr>
          </a:p>
        </p:txBody>
      </p:sp>
      <p:sp>
        <p:nvSpPr>
          <p:cNvPr id="9" name="PlaceHolder 9"/>
          <p:cNvSpPr>
            <a:spLocks noGrp="1"/>
          </p:cNvSpPr>
          <p:nvPr>
            <p:ph type="sldNum"/>
          </p:nvPr>
        </p:nvSpPr>
        <p:spPr>
          <a:xfrm>
            <a:off x="9256680" y="6356520"/>
            <a:ext cx="1828440" cy="364680"/>
          </a:xfrm>
          <a:prstGeom prst="rect">
            <a:avLst/>
          </a:prstGeom>
        </p:spPr>
        <p:txBody>
          <a:bodyPr lIns="0" rIns="0" anchor="ctr">
            <a:noAutofit/>
          </a:bodyPr>
          <a:p>
            <a:pPr algn="r">
              <a:lnSpc>
                <a:spcPct val="100000"/>
              </a:lnSpc>
            </a:pPr>
            <a:fld id="{70A8C778-99B9-4229-929A-A6D26FA8ECCA}" type="slidenum">
              <a:rPr b="0" lang="en-US" sz="1200" spc="-1" strike="noStrike">
                <a:solidFill>
                  <a:srgbClr val="dbd6d3"/>
                </a:solidFill>
                <a:latin typeface="Euphemia"/>
              </a:rPr>
              <a:t>&lt;number&gt;</a:t>
            </a:fld>
            <a:endParaRPr b="0" lang="en-US" sz="1200" spc="-1" strike="noStrike">
              <a:latin typeface="Times New Roman"/>
            </a:endParaRPr>
          </a:p>
        </p:txBody>
      </p:sp>
      <p:sp>
        <p:nvSpPr>
          <p:cNvPr id="10" name="PlaceHolder 10"/>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000" spc="-1" strike="noStrike">
                <a:solidFill>
                  <a:srgbClr val="514843"/>
                </a:solidFill>
                <a:latin typeface="Euphemia"/>
              </a:rPr>
              <a:t>Click to edit the outline text format</a:t>
            </a:r>
            <a:endParaRPr b="0" lang="en-US" sz="2000" spc="-1" strike="noStrike">
              <a:solidFill>
                <a:srgbClr val="514843"/>
              </a:solidFill>
              <a:latin typeface="Euphemia"/>
            </a:endParaRPr>
          </a:p>
          <a:p>
            <a:pPr lvl="1" marL="864000" indent="-324000">
              <a:spcBef>
                <a:spcPts val="1134"/>
              </a:spcBef>
              <a:buClr>
                <a:srgbClr val="000000"/>
              </a:buClr>
              <a:buSzPct val="75000"/>
              <a:buFont typeface="Symbol" charset="2"/>
              <a:buChar char=""/>
            </a:pPr>
            <a:r>
              <a:rPr b="0" lang="en-US" sz="1400" spc="-1" strike="noStrike">
                <a:solidFill>
                  <a:srgbClr val="514843"/>
                </a:solidFill>
                <a:latin typeface="Euphemia"/>
              </a:rPr>
              <a:t>Second Outline Level</a:t>
            </a:r>
            <a:endParaRPr b="0" lang="en-US" sz="1400" spc="-1" strike="noStrike">
              <a:solidFill>
                <a:srgbClr val="514843"/>
              </a:solidFill>
              <a:latin typeface="Euphemia"/>
            </a:endParaRPr>
          </a:p>
          <a:p>
            <a:pPr lvl="2" marL="1296000" indent="-288000">
              <a:spcBef>
                <a:spcPts val="850"/>
              </a:spcBef>
              <a:buClr>
                <a:srgbClr val="000000"/>
              </a:buClr>
              <a:buSzPct val="45000"/>
              <a:buFont typeface="Wingdings" charset="2"/>
              <a:buChar char=""/>
            </a:pPr>
            <a:r>
              <a:rPr b="0" lang="en-US" sz="1400" spc="-1" strike="noStrike">
                <a:solidFill>
                  <a:srgbClr val="514843"/>
                </a:solidFill>
                <a:latin typeface="Euphemia"/>
              </a:rPr>
              <a:t>Third Outline Level</a:t>
            </a:r>
            <a:endParaRPr b="0" lang="en-US" sz="1400" spc="-1" strike="noStrike">
              <a:solidFill>
                <a:srgbClr val="514843"/>
              </a:solidFill>
              <a:latin typeface="Euphemia"/>
            </a:endParaRPr>
          </a:p>
          <a:p>
            <a:pPr lvl="3" marL="1728000" indent="-216000">
              <a:spcBef>
                <a:spcPts val="567"/>
              </a:spcBef>
              <a:buClr>
                <a:srgbClr val="000000"/>
              </a:buClr>
              <a:buSzPct val="75000"/>
              <a:buFont typeface="Symbol" charset="2"/>
              <a:buChar char=""/>
            </a:pPr>
            <a:r>
              <a:rPr b="0" lang="en-US" sz="1400" spc="-1" strike="noStrike">
                <a:solidFill>
                  <a:srgbClr val="514843"/>
                </a:solidFill>
                <a:latin typeface="Euphemia"/>
              </a:rPr>
              <a:t>Fourth Outline Level</a:t>
            </a:r>
            <a:endParaRPr b="0" lang="en-US" sz="1400" spc="-1" strike="noStrike">
              <a:solidFill>
                <a:srgbClr val="514843"/>
              </a:solidFill>
              <a:latin typeface="Euphemia"/>
            </a:endParaRPr>
          </a:p>
          <a:p>
            <a:pPr lvl="4" marL="2160000" indent="-216000">
              <a:spcBef>
                <a:spcPts val="283"/>
              </a:spcBef>
              <a:buClr>
                <a:srgbClr val="000000"/>
              </a:buClr>
              <a:buSzPct val="45000"/>
              <a:buFont typeface="Wingdings" charset="2"/>
              <a:buChar char=""/>
            </a:pPr>
            <a:r>
              <a:rPr b="0" lang="en-US" sz="2000" spc="-1" strike="noStrike">
                <a:solidFill>
                  <a:srgbClr val="514843"/>
                </a:solidFill>
                <a:latin typeface="Euphemia"/>
              </a:rPr>
              <a:t>Fifth Outline Level</a:t>
            </a:r>
            <a:endParaRPr b="0" lang="en-US" sz="2000" spc="-1" strike="noStrike">
              <a:solidFill>
                <a:srgbClr val="514843"/>
              </a:solidFill>
              <a:latin typeface="Euphemia"/>
            </a:endParaRPr>
          </a:p>
          <a:p>
            <a:pPr lvl="5" marL="2592000" indent="-216000">
              <a:spcBef>
                <a:spcPts val="283"/>
              </a:spcBef>
              <a:buClr>
                <a:srgbClr val="000000"/>
              </a:buClr>
              <a:buSzPct val="45000"/>
              <a:buFont typeface="Wingdings" charset="2"/>
              <a:buChar char=""/>
            </a:pPr>
            <a:r>
              <a:rPr b="0" lang="en-US" sz="2000" spc="-1" strike="noStrike">
                <a:solidFill>
                  <a:srgbClr val="514843"/>
                </a:solidFill>
                <a:latin typeface="Euphemia"/>
              </a:rPr>
              <a:t>Sixth Outline Level</a:t>
            </a:r>
            <a:endParaRPr b="0" lang="en-US" sz="2000" spc="-1" strike="noStrike">
              <a:solidFill>
                <a:srgbClr val="514843"/>
              </a:solidFill>
              <a:latin typeface="Euphemia"/>
            </a:endParaRPr>
          </a:p>
          <a:p>
            <a:pPr lvl="6" marL="3024000" indent="-216000">
              <a:spcBef>
                <a:spcPts val="283"/>
              </a:spcBef>
              <a:buClr>
                <a:srgbClr val="000000"/>
              </a:buClr>
              <a:buSzPct val="45000"/>
              <a:buFont typeface="Wingdings" charset="2"/>
              <a:buChar char=""/>
            </a:pPr>
            <a:r>
              <a:rPr b="0" lang="en-US" sz="2000" spc="-1" strike="noStrike">
                <a:solidFill>
                  <a:srgbClr val="514843"/>
                </a:solidFill>
                <a:latin typeface="Euphemia"/>
              </a:rPr>
              <a:t>Seventh Outline Level</a:t>
            </a:r>
            <a:endParaRPr b="0" lang="en-US" sz="2000" spc="-1" strike="noStrike">
              <a:solidFill>
                <a:srgbClr val="514843"/>
              </a:solidFill>
              <a:latin typeface="Euphemia"/>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3"/>
        </a:solidFill>
      </p:bgPr>
    </p:bg>
    <p:spTree>
      <p:nvGrpSpPr>
        <p:cNvPr id="1" name=""/>
        <p:cNvGrpSpPr/>
        <p:nvPr/>
      </p:nvGrpSpPr>
      <p:grpSpPr>
        <a:xfrm>
          <a:off x="0" y="0"/>
          <a:ext cx="0" cy="0"/>
          <a:chOff x="0" y="0"/>
          <a:chExt cx="0" cy="0"/>
        </a:xfrm>
      </p:grpSpPr>
      <p:grpSp>
        <p:nvGrpSpPr>
          <p:cNvPr id="47" name="Group 1"/>
          <p:cNvGrpSpPr/>
          <p:nvPr/>
        </p:nvGrpSpPr>
        <p:grpSpPr>
          <a:xfrm>
            <a:off x="1103040" y="1218960"/>
            <a:ext cx="9985320" cy="84600"/>
            <a:chOff x="1103040" y="1218960"/>
            <a:chExt cx="9985320" cy="84600"/>
          </a:xfrm>
        </p:grpSpPr>
        <p:sp>
          <p:nvSpPr>
            <p:cNvPr id="48" name="Line 2"/>
            <p:cNvSpPr/>
            <p:nvPr/>
          </p:nvSpPr>
          <p:spPr>
            <a:xfrm flipH="1">
              <a:off x="1103040" y="1218960"/>
              <a:ext cx="998532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49" name="Line 3"/>
            <p:cNvSpPr/>
            <p:nvPr/>
          </p:nvSpPr>
          <p:spPr>
            <a:xfrm flipH="1">
              <a:off x="1103040" y="1303560"/>
              <a:ext cx="998532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grpSp>
        <p:nvGrpSpPr>
          <p:cNvPr id="50" name="Group 4"/>
          <p:cNvGrpSpPr/>
          <p:nvPr/>
        </p:nvGrpSpPr>
        <p:grpSpPr>
          <a:xfrm>
            <a:off x="0" y="2514600"/>
            <a:ext cx="12191760" cy="3193920"/>
            <a:chOff x="0" y="2514600"/>
            <a:chExt cx="12191760" cy="3193920"/>
          </a:xfrm>
        </p:grpSpPr>
        <p:grpSp>
          <p:nvGrpSpPr>
            <p:cNvPr id="51" name="Group 5"/>
            <p:cNvGrpSpPr/>
            <p:nvPr/>
          </p:nvGrpSpPr>
          <p:grpSpPr>
            <a:xfrm>
              <a:off x="0" y="2514600"/>
              <a:ext cx="12191760" cy="63000"/>
              <a:chOff x="0" y="2514600"/>
              <a:chExt cx="12191760" cy="63000"/>
            </a:xfrm>
          </p:grpSpPr>
          <p:sp>
            <p:nvSpPr>
              <p:cNvPr id="52" name="Line 6"/>
              <p:cNvSpPr/>
              <p:nvPr/>
            </p:nvSpPr>
            <p:spPr>
              <a:xfrm>
                <a:off x="0" y="2577600"/>
                <a:ext cx="1219176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53" name="Line 7"/>
              <p:cNvSpPr/>
              <p:nvPr/>
            </p:nvSpPr>
            <p:spPr>
              <a:xfrm>
                <a:off x="0" y="2514600"/>
                <a:ext cx="1219176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sp>
          <p:nvSpPr>
            <p:cNvPr id="54" name="CustomShape 8"/>
            <p:cNvSpPr/>
            <p:nvPr/>
          </p:nvSpPr>
          <p:spPr>
            <a:xfrm>
              <a:off x="0" y="2640960"/>
              <a:ext cx="12191760" cy="2941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sp>
        <p:grpSp>
          <p:nvGrpSpPr>
            <p:cNvPr id="55" name="Group 9"/>
            <p:cNvGrpSpPr/>
            <p:nvPr/>
          </p:nvGrpSpPr>
          <p:grpSpPr>
            <a:xfrm>
              <a:off x="0" y="5645160"/>
              <a:ext cx="12191760" cy="63360"/>
              <a:chOff x="0" y="5645160"/>
              <a:chExt cx="12191760" cy="63360"/>
            </a:xfrm>
          </p:grpSpPr>
          <p:sp>
            <p:nvSpPr>
              <p:cNvPr id="56" name="Line 10"/>
              <p:cNvSpPr/>
              <p:nvPr/>
            </p:nvSpPr>
            <p:spPr>
              <a:xfrm flipH="1">
                <a:off x="0" y="5645160"/>
                <a:ext cx="1219176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57" name="Line 11"/>
              <p:cNvSpPr/>
              <p:nvPr/>
            </p:nvSpPr>
            <p:spPr>
              <a:xfrm flipH="1">
                <a:off x="0" y="5708520"/>
                <a:ext cx="1219176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grpSp>
      <p:pic>
        <p:nvPicPr>
          <p:cNvPr id="58" name="Picture 6" descr=""/>
          <p:cNvPicPr/>
          <p:nvPr/>
        </p:nvPicPr>
        <p:blipFill>
          <a:blip r:embed="rId2"/>
          <a:stretch/>
        </p:blipFill>
        <p:spPr>
          <a:xfrm>
            <a:off x="1325880" y="0"/>
            <a:ext cx="1782720" cy="2971440"/>
          </a:xfrm>
          <a:prstGeom prst="rect">
            <a:avLst/>
          </a:prstGeom>
          <a:ln>
            <a:noFill/>
          </a:ln>
        </p:spPr>
      </p:pic>
      <p:sp>
        <p:nvSpPr>
          <p:cNvPr id="59" name="PlaceHolder 12"/>
          <p:cNvSpPr>
            <a:spLocks noGrp="1"/>
          </p:cNvSpPr>
          <p:nvPr>
            <p:ph type="title"/>
          </p:nvPr>
        </p:nvSpPr>
        <p:spPr>
          <a:xfrm>
            <a:off x="1104840" y="2971800"/>
            <a:ext cx="10070640" cy="1683720"/>
          </a:xfrm>
          <a:prstGeom prst="rect">
            <a:avLst/>
          </a:prstGeom>
        </p:spPr>
        <p:txBody>
          <a:bodyPr lIns="0" rIns="0" anchor="ctr">
            <a:normAutofit/>
          </a:bodyPr>
          <a:p>
            <a:pPr>
              <a:lnSpc>
                <a:spcPct val="90000"/>
              </a:lnSpc>
            </a:pPr>
            <a:r>
              <a:rPr b="0" lang="en-US" sz="4400" spc="-1" strike="noStrike" cap="all">
                <a:solidFill>
                  <a:srgbClr val="ffffff"/>
                </a:solidFill>
                <a:latin typeface="Plantagenet Cherokee"/>
              </a:rPr>
              <a:t>Click to edit Master title style</a:t>
            </a:r>
            <a:endParaRPr b="0" lang="en-US" sz="4400" spc="-1" strike="noStrike">
              <a:solidFill>
                <a:srgbClr val="514843"/>
              </a:solidFill>
              <a:latin typeface="Euphemia"/>
            </a:endParaRPr>
          </a:p>
        </p:txBody>
      </p:sp>
      <p:sp>
        <p:nvSpPr>
          <p:cNvPr id="60" name="PlaceHolder 13"/>
          <p:cNvSpPr>
            <a:spLocks noGrp="1"/>
          </p:cNvSpPr>
          <p:nvPr>
            <p:ph type="body"/>
          </p:nvPr>
        </p:nvSpPr>
        <p:spPr>
          <a:xfrm>
            <a:off x="1104840" y="4655880"/>
            <a:ext cx="10070640" cy="509400"/>
          </a:xfrm>
          <a:prstGeom prst="rect">
            <a:avLst/>
          </a:prstGeom>
        </p:spPr>
        <p:txBody>
          <a:bodyPr lIns="0" rIns="0">
            <a:normAutofit/>
          </a:bodyPr>
          <a:p>
            <a:pPr>
              <a:lnSpc>
                <a:spcPct val="90000"/>
              </a:lnSpc>
              <a:tabLst>
                <a:tab algn="l" pos="0"/>
              </a:tabLst>
            </a:pPr>
            <a:r>
              <a:rPr b="0" lang="en-US" sz="1600" spc="-1" strike="noStrike">
                <a:solidFill>
                  <a:srgbClr val="ffffff"/>
                </a:solidFill>
                <a:latin typeface="Euphemia"/>
              </a:rPr>
              <a:t>Click to edit Master text styles</a:t>
            </a:r>
            <a:endParaRPr b="0" lang="en-US" sz="1600" spc="-1" strike="noStrike">
              <a:solidFill>
                <a:srgbClr val="514843"/>
              </a:solidFill>
              <a:latin typeface="Euphemia"/>
            </a:endParaRPr>
          </a:p>
        </p:txBody>
      </p:sp>
      <p:sp>
        <p:nvSpPr>
          <p:cNvPr id="61" name="PlaceHolder 14"/>
          <p:cNvSpPr>
            <a:spLocks noGrp="1"/>
          </p:cNvSpPr>
          <p:nvPr>
            <p:ph type="dt"/>
          </p:nvPr>
        </p:nvSpPr>
        <p:spPr>
          <a:xfrm>
            <a:off x="1104840" y="6356520"/>
            <a:ext cx="1829160" cy="364680"/>
          </a:xfrm>
          <a:prstGeom prst="rect">
            <a:avLst/>
          </a:prstGeom>
        </p:spPr>
        <p:txBody>
          <a:bodyPr lIns="0" rIns="0" anchor="ctr">
            <a:noAutofit/>
          </a:bodyPr>
          <a:p>
            <a:pPr>
              <a:lnSpc>
                <a:spcPct val="100000"/>
              </a:lnSpc>
            </a:pPr>
            <a:fld id="{4EA7E3A0-3FBE-4F7C-9F9C-0781A3456F4D}" type="datetime">
              <a:rPr b="0" lang="en-US" sz="1200" spc="-1" strike="noStrike">
                <a:solidFill>
                  <a:srgbClr val="3d3632"/>
                </a:solidFill>
                <a:latin typeface="Euphemia"/>
              </a:rPr>
              <a:t>1/10/22</a:t>
            </a:fld>
            <a:endParaRPr b="0" lang="en-US" sz="1200" spc="-1" strike="noStrike">
              <a:latin typeface="Times New Roman"/>
            </a:endParaRPr>
          </a:p>
        </p:txBody>
      </p:sp>
      <p:sp>
        <p:nvSpPr>
          <p:cNvPr id="62" name="PlaceHolder 15"/>
          <p:cNvSpPr>
            <a:spLocks noGrp="1"/>
          </p:cNvSpPr>
          <p:nvPr>
            <p:ph type="ftr"/>
          </p:nvPr>
        </p:nvSpPr>
        <p:spPr>
          <a:xfrm>
            <a:off x="2934360" y="6356520"/>
            <a:ext cx="6322680" cy="364680"/>
          </a:xfrm>
          <a:prstGeom prst="rect">
            <a:avLst/>
          </a:prstGeom>
        </p:spPr>
        <p:txBody>
          <a:bodyPr lIns="0" rIns="0" anchor="ctr">
            <a:noAutofit/>
          </a:bodyPr>
          <a:p>
            <a:endParaRPr b="0" lang="en-US" sz="2400" spc="-1" strike="noStrike">
              <a:latin typeface="Times New Roman"/>
            </a:endParaRPr>
          </a:p>
        </p:txBody>
      </p:sp>
      <p:sp>
        <p:nvSpPr>
          <p:cNvPr id="63" name="PlaceHolder 16"/>
          <p:cNvSpPr>
            <a:spLocks noGrp="1"/>
          </p:cNvSpPr>
          <p:nvPr>
            <p:ph type="sldNum"/>
          </p:nvPr>
        </p:nvSpPr>
        <p:spPr>
          <a:xfrm>
            <a:off x="9256680" y="6356520"/>
            <a:ext cx="1828440" cy="364680"/>
          </a:xfrm>
          <a:prstGeom prst="rect">
            <a:avLst/>
          </a:prstGeom>
        </p:spPr>
        <p:txBody>
          <a:bodyPr lIns="0" rIns="0" anchor="ctr">
            <a:noAutofit/>
          </a:bodyPr>
          <a:p>
            <a:pPr algn="r">
              <a:lnSpc>
                <a:spcPct val="100000"/>
              </a:lnSpc>
            </a:pPr>
            <a:fld id="{F263B7DF-4585-4725-9DB5-9276C9FADBC1}" type="slidenum">
              <a:rPr b="0" lang="en-US" sz="1200" spc="-1" strike="noStrike">
                <a:solidFill>
                  <a:srgbClr val="3d3632"/>
                </a:solidFill>
                <a:latin typeface="Euphemia"/>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3"/>
        </a:solidFill>
      </p:bgPr>
    </p:bg>
    <p:spTree>
      <p:nvGrpSpPr>
        <p:cNvPr id="1" name=""/>
        <p:cNvGrpSpPr/>
        <p:nvPr/>
      </p:nvGrpSpPr>
      <p:grpSpPr>
        <a:xfrm>
          <a:off x="0" y="0"/>
          <a:ext cx="0" cy="0"/>
          <a:chOff x="0" y="0"/>
          <a:chExt cx="0" cy="0"/>
        </a:xfrm>
      </p:grpSpPr>
      <p:grpSp>
        <p:nvGrpSpPr>
          <p:cNvPr id="100" name="Group 1"/>
          <p:cNvGrpSpPr/>
          <p:nvPr/>
        </p:nvGrpSpPr>
        <p:grpSpPr>
          <a:xfrm>
            <a:off x="1103040" y="1218960"/>
            <a:ext cx="9985320" cy="84600"/>
            <a:chOff x="1103040" y="1218960"/>
            <a:chExt cx="9985320" cy="84600"/>
          </a:xfrm>
        </p:grpSpPr>
        <p:sp>
          <p:nvSpPr>
            <p:cNvPr id="101" name="Line 2"/>
            <p:cNvSpPr/>
            <p:nvPr/>
          </p:nvSpPr>
          <p:spPr>
            <a:xfrm flipH="1">
              <a:off x="1103040" y="1218960"/>
              <a:ext cx="998532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102" name="Line 3"/>
            <p:cNvSpPr/>
            <p:nvPr/>
          </p:nvSpPr>
          <p:spPr>
            <a:xfrm flipH="1">
              <a:off x="1103040" y="1303560"/>
              <a:ext cx="998532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sp>
        <p:nvSpPr>
          <p:cNvPr id="103" name="PlaceHolder 4"/>
          <p:cNvSpPr>
            <a:spLocks noGrp="1"/>
          </p:cNvSpPr>
          <p:nvPr>
            <p:ph type="title"/>
          </p:nvPr>
        </p:nvSpPr>
        <p:spPr>
          <a:xfrm>
            <a:off x="1104840" y="76320"/>
            <a:ext cx="9980280" cy="1096560"/>
          </a:xfrm>
          <a:prstGeom prst="rect">
            <a:avLst/>
          </a:prstGeom>
        </p:spPr>
        <p:txBody>
          <a:bodyPr lIns="0" rIns="0" anchor="b">
            <a:noAutofit/>
          </a:bodyPr>
          <a:p>
            <a:pPr>
              <a:lnSpc>
                <a:spcPct val="90000"/>
              </a:lnSpc>
            </a:pPr>
            <a:r>
              <a:rPr b="0" lang="en-US" sz="2800" spc="-1" strike="noStrike">
                <a:solidFill>
                  <a:srgbClr val="514843"/>
                </a:solidFill>
                <a:latin typeface="Plantagenet Cherokee"/>
              </a:rPr>
              <a:t>Click to edit Master title style</a:t>
            </a:r>
            <a:endParaRPr b="0" lang="en-US" sz="2800" spc="-1" strike="noStrike">
              <a:solidFill>
                <a:srgbClr val="514843"/>
              </a:solidFill>
              <a:latin typeface="Euphemia"/>
            </a:endParaRPr>
          </a:p>
        </p:txBody>
      </p:sp>
      <p:sp>
        <p:nvSpPr>
          <p:cNvPr id="104" name="PlaceHolder 5"/>
          <p:cNvSpPr>
            <a:spLocks noGrp="1"/>
          </p:cNvSpPr>
          <p:nvPr>
            <p:ph type="body"/>
          </p:nvPr>
        </p:nvSpPr>
        <p:spPr>
          <a:xfrm>
            <a:off x="1104840" y="1600200"/>
            <a:ext cx="9981720" cy="4571640"/>
          </a:xfrm>
          <a:prstGeom prst="rect">
            <a:avLst/>
          </a:prstGeom>
        </p:spPr>
        <p:txBody>
          <a:bodyPr lIns="0" rIns="0">
            <a:noAutofit/>
          </a:bodyPr>
          <a:p>
            <a:pPr marL="228600" indent="-228240">
              <a:lnSpc>
                <a:spcPct val="90000"/>
              </a:lnSpc>
              <a:spcBef>
                <a:spcPts val="1800"/>
              </a:spcBef>
              <a:buClr>
                <a:srgbClr val="514843"/>
              </a:buClr>
              <a:buFont typeface="Wingdings" charset="2"/>
              <a:buChar char=""/>
            </a:pPr>
            <a:r>
              <a:rPr b="0" lang="en-US" sz="2000" spc="-1" strike="noStrike">
                <a:solidFill>
                  <a:srgbClr val="514843"/>
                </a:solidFill>
                <a:latin typeface="Euphemia"/>
              </a:rPr>
              <a:t>Click to edit Master text styles</a:t>
            </a:r>
            <a:endParaRPr b="0" lang="en-US" sz="2000" spc="-1" strike="noStrike">
              <a:solidFill>
                <a:srgbClr val="514843"/>
              </a:solidFill>
              <a:latin typeface="Euphemia"/>
            </a:endParaRPr>
          </a:p>
          <a:p>
            <a:pPr lvl="1" marL="685800" indent="-228240">
              <a:lnSpc>
                <a:spcPct val="90000"/>
              </a:lnSpc>
              <a:spcBef>
                <a:spcPts val="601"/>
              </a:spcBef>
              <a:buClr>
                <a:srgbClr val="514843"/>
              </a:buClr>
              <a:buFont typeface="Wingdings" charset="2"/>
              <a:buChar char=""/>
            </a:pPr>
            <a:r>
              <a:rPr b="0" lang="en-US" sz="1600" spc="-1" strike="noStrike">
                <a:solidFill>
                  <a:srgbClr val="514843"/>
                </a:solidFill>
                <a:latin typeface="Euphemia"/>
              </a:rPr>
              <a:t>Second level</a:t>
            </a:r>
            <a:endParaRPr b="0" lang="en-US" sz="1600" spc="-1" strike="noStrike">
              <a:solidFill>
                <a:srgbClr val="514843"/>
              </a:solidFill>
              <a:latin typeface="Euphemia"/>
            </a:endParaRPr>
          </a:p>
          <a:p>
            <a:pPr lvl="2" marL="1143000" indent="-228240">
              <a:lnSpc>
                <a:spcPct val="90000"/>
              </a:lnSpc>
              <a:spcBef>
                <a:spcPts val="601"/>
              </a:spcBef>
              <a:buClr>
                <a:srgbClr val="514843"/>
              </a:buClr>
              <a:buFont typeface="Wingdings" charset="2"/>
              <a:buChar char=""/>
            </a:pPr>
            <a:r>
              <a:rPr b="0" lang="en-US" sz="1400" spc="-1" strike="noStrike">
                <a:solidFill>
                  <a:srgbClr val="514843"/>
                </a:solidFill>
                <a:latin typeface="Euphemia"/>
              </a:rPr>
              <a:t>Third level</a:t>
            </a:r>
            <a:endParaRPr b="0" lang="en-US" sz="1400" spc="-1" strike="noStrike">
              <a:solidFill>
                <a:srgbClr val="514843"/>
              </a:solidFill>
              <a:latin typeface="Euphemia"/>
            </a:endParaRPr>
          </a:p>
          <a:p>
            <a:pPr lvl="3" marL="1600200" indent="-228240">
              <a:lnSpc>
                <a:spcPct val="90000"/>
              </a:lnSpc>
              <a:spcBef>
                <a:spcPts val="601"/>
              </a:spcBef>
              <a:buClr>
                <a:srgbClr val="514843"/>
              </a:buClr>
              <a:buFont typeface="Wingdings" charset="2"/>
              <a:buChar char=""/>
            </a:pPr>
            <a:r>
              <a:rPr b="0" lang="en-US" sz="1400" spc="-1" strike="noStrike">
                <a:solidFill>
                  <a:srgbClr val="514843"/>
                </a:solidFill>
                <a:latin typeface="Euphemia"/>
              </a:rPr>
              <a:t>Fourth level</a:t>
            </a:r>
            <a:endParaRPr b="0" lang="en-US" sz="1400" spc="-1" strike="noStrike">
              <a:solidFill>
                <a:srgbClr val="514843"/>
              </a:solidFill>
              <a:latin typeface="Euphemia"/>
            </a:endParaRPr>
          </a:p>
          <a:p>
            <a:pPr lvl="4" marL="2057400" indent="-228240">
              <a:lnSpc>
                <a:spcPct val="90000"/>
              </a:lnSpc>
              <a:spcBef>
                <a:spcPts val="601"/>
              </a:spcBef>
              <a:buClr>
                <a:srgbClr val="514843"/>
              </a:buClr>
              <a:buFont typeface="Wingdings" charset="2"/>
              <a:buChar char=""/>
            </a:pPr>
            <a:r>
              <a:rPr b="0" lang="en-US" sz="1400" spc="-1" strike="noStrike">
                <a:solidFill>
                  <a:srgbClr val="514843"/>
                </a:solidFill>
                <a:latin typeface="Euphemia"/>
              </a:rPr>
              <a:t>Fifth level</a:t>
            </a:r>
            <a:endParaRPr b="0" lang="en-US" sz="1400" spc="-1" strike="noStrike">
              <a:solidFill>
                <a:srgbClr val="514843"/>
              </a:solidFill>
              <a:latin typeface="Euphemia"/>
            </a:endParaRPr>
          </a:p>
        </p:txBody>
      </p:sp>
      <p:sp>
        <p:nvSpPr>
          <p:cNvPr id="105" name="PlaceHolder 6"/>
          <p:cNvSpPr>
            <a:spLocks noGrp="1"/>
          </p:cNvSpPr>
          <p:nvPr>
            <p:ph type="dt"/>
          </p:nvPr>
        </p:nvSpPr>
        <p:spPr>
          <a:xfrm>
            <a:off x="1104840" y="6356520"/>
            <a:ext cx="1829160" cy="364680"/>
          </a:xfrm>
          <a:prstGeom prst="rect">
            <a:avLst/>
          </a:prstGeom>
        </p:spPr>
        <p:txBody>
          <a:bodyPr lIns="0" rIns="0" anchor="ctr">
            <a:noAutofit/>
          </a:bodyPr>
          <a:p>
            <a:pPr>
              <a:lnSpc>
                <a:spcPct val="100000"/>
              </a:lnSpc>
            </a:pPr>
            <a:fld id="{64B457C6-E7F3-474A-BE84-9F5B7C8218B6}" type="datetime">
              <a:rPr b="0" lang="en-US" sz="1200" spc="-1" strike="noStrike">
                <a:solidFill>
                  <a:srgbClr val="3d3632"/>
                </a:solidFill>
                <a:latin typeface="Euphemia"/>
              </a:rPr>
              <a:t>1/10/22</a:t>
            </a:fld>
            <a:endParaRPr b="0" lang="en-US" sz="1200" spc="-1" strike="noStrike">
              <a:latin typeface="Times New Roman"/>
            </a:endParaRPr>
          </a:p>
        </p:txBody>
      </p:sp>
      <p:sp>
        <p:nvSpPr>
          <p:cNvPr id="106" name="PlaceHolder 7"/>
          <p:cNvSpPr>
            <a:spLocks noGrp="1"/>
          </p:cNvSpPr>
          <p:nvPr>
            <p:ph type="ftr"/>
          </p:nvPr>
        </p:nvSpPr>
        <p:spPr>
          <a:xfrm>
            <a:off x="2934360" y="6356520"/>
            <a:ext cx="6322680" cy="364680"/>
          </a:xfrm>
          <a:prstGeom prst="rect">
            <a:avLst/>
          </a:prstGeom>
        </p:spPr>
        <p:txBody>
          <a:bodyPr lIns="0" rIns="0" anchor="ctr">
            <a:noAutofit/>
          </a:bodyPr>
          <a:p>
            <a:endParaRPr b="0" lang="en-US" sz="2400" spc="-1" strike="noStrike">
              <a:latin typeface="Times New Roman"/>
            </a:endParaRPr>
          </a:p>
        </p:txBody>
      </p:sp>
      <p:sp>
        <p:nvSpPr>
          <p:cNvPr id="107" name="PlaceHolder 8"/>
          <p:cNvSpPr>
            <a:spLocks noGrp="1"/>
          </p:cNvSpPr>
          <p:nvPr>
            <p:ph type="sldNum"/>
          </p:nvPr>
        </p:nvSpPr>
        <p:spPr>
          <a:xfrm>
            <a:off x="9256680" y="6356520"/>
            <a:ext cx="1828440" cy="364680"/>
          </a:xfrm>
          <a:prstGeom prst="rect">
            <a:avLst/>
          </a:prstGeom>
        </p:spPr>
        <p:txBody>
          <a:bodyPr lIns="0" rIns="0" anchor="ctr">
            <a:noAutofit/>
          </a:bodyPr>
          <a:p>
            <a:pPr algn="r">
              <a:lnSpc>
                <a:spcPct val="100000"/>
              </a:lnSpc>
            </a:pPr>
            <a:fld id="{AC290A06-96D4-4257-838F-CDF36AEB9606}" type="slidenum">
              <a:rPr b="0" lang="en-US" sz="1200" spc="-1" strike="noStrike">
                <a:solidFill>
                  <a:srgbClr val="3d3632"/>
                </a:solidFill>
                <a:latin typeface="Euphemia"/>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3"/>
        </a:solidFill>
      </p:bgPr>
    </p:bg>
    <p:spTree>
      <p:nvGrpSpPr>
        <p:cNvPr id="1" name=""/>
        <p:cNvGrpSpPr/>
        <p:nvPr/>
      </p:nvGrpSpPr>
      <p:grpSpPr>
        <a:xfrm>
          <a:off x="0" y="0"/>
          <a:ext cx="0" cy="0"/>
          <a:chOff x="0" y="0"/>
          <a:chExt cx="0" cy="0"/>
        </a:xfrm>
      </p:grpSpPr>
      <p:grpSp>
        <p:nvGrpSpPr>
          <p:cNvPr id="144" name="Group 1"/>
          <p:cNvGrpSpPr/>
          <p:nvPr/>
        </p:nvGrpSpPr>
        <p:grpSpPr>
          <a:xfrm>
            <a:off x="1103040" y="1218960"/>
            <a:ext cx="9985320" cy="84600"/>
            <a:chOff x="1103040" y="1218960"/>
            <a:chExt cx="9985320" cy="84600"/>
          </a:xfrm>
        </p:grpSpPr>
        <p:sp>
          <p:nvSpPr>
            <p:cNvPr id="145" name="Line 2"/>
            <p:cNvSpPr/>
            <p:nvPr/>
          </p:nvSpPr>
          <p:spPr>
            <a:xfrm flipH="1">
              <a:off x="1103040" y="1218960"/>
              <a:ext cx="998532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146" name="Line 3"/>
            <p:cNvSpPr/>
            <p:nvPr/>
          </p:nvSpPr>
          <p:spPr>
            <a:xfrm flipH="1">
              <a:off x="1103040" y="1303560"/>
              <a:ext cx="998532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sp>
        <p:nvSpPr>
          <p:cNvPr id="147" name="PlaceHolder 4"/>
          <p:cNvSpPr>
            <a:spLocks noGrp="1"/>
          </p:cNvSpPr>
          <p:nvPr>
            <p:ph type="dt"/>
          </p:nvPr>
        </p:nvSpPr>
        <p:spPr>
          <a:xfrm>
            <a:off x="1104840" y="6356520"/>
            <a:ext cx="1829160" cy="364680"/>
          </a:xfrm>
          <a:prstGeom prst="rect">
            <a:avLst/>
          </a:prstGeom>
        </p:spPr>
        <p:txBody>
          <a:bodyPr lIns="0" rIns="0" anchor="ctr">
            <a:noAutofit/>
          </a:bodyPr>
          <a:p>
            <a:pPr>
              <a:lnSpc>
                <a:spcPct val="100000"/>
              </a:lnSpc>
            </a:pPr>
            <a:fld id="{AD951F72-EBDE-4759-AEF7-D4E8F018D845}" type="datetime">
              <a:rPr b="0" lang="en-US" sz="1200" spc="-1" strike="noStrike">
                <a:solidFill>
                  <a:srgbClr val="3d3632"/>
                </a:solidFill>
                <a:latin typeface="Euphemia"/>
              </a:rPr>
              <a:t>1/10/22</a:t>
            </a:fld>
            <a:endParaRPr b="0" lang="en-US" sz="1200" spc="-1" strike="noStrike">
              <a:latin typeface="Times New Roman"/>
            </a:endParaRPr>
          </a:p>
        </p:txBody>
      </p:sp>
      <p:sp>
        <p:nvSpPr>
          <p:cNvPr id="148" name="PlaceHolder 5"/>
          <p:cNvSpPr>
            <a:spLocks noGrp="1"/>
          </p:cNvSpPr>
          <p:nvPr>
            <p:ph type="ftr"/>
          </p:nvPr>
        </p:nvSpPr>
        <p:spPr>
          <a:xfrm>
            <a:off x="2934360" y="6356520"/>
            <a:ext cx="6322680" cy="364680"/>
          </a:xfrm>
          <a:prstGeom prst="rect">
            <a:avLst/>
          </a:prstGeom>
        </p:spPr>
        <p:txBody>
          <a:bodyPr lIns="0" rIns="0" anchor="ctr">
            <a:noAutofit/>
          </a:bodyPr>
          <a:p>
            <a:endParaRPr b="0" lang="en-US" sz="2400" spc="-1" strike="noStrike">
              <a:latin typeface="Times New Roman"/>
            </a:endParaRPr>
          </a:p>
        </p:txBody>
      </p:sp>
      <p:sp>
        <p:nvSpPr>
          <p:cNvPr id="149" name="PlaceHolder 6"/>
          <p:cNvSpPr>
            <a:spLocks noGrp="1"/>
          </p:cNvSpPr>
          <p:nvPr>
            <p:ph type="sldNum"/>
          </p:nvPr>
        </p:nvSpPr>
        <p:spPr>
          <a:xfrm>
            <a:off x="9256680" y="6356520"/>
            <a:ext cx="1828440" cy="364680"/>
          </a:xfrm>
          <a:prstGeom prst="rect">
            <a:avLst/>
          </a:prstGeom>
        </p:spPr>
        <p:txBody>
          <a:bodyPr lIns="0" rIns="0" anchor="ctr">
            <a:noAutofit/>
          </a:bodyPr>
          <a:p>
            <a:pPr algn="r">
              <a:lnSpc>
                <a:spcPct val="100000"/>
              </a:lnSpc>
            </a:pPr>
            <a:fld id="{DF978366-97B7-40CE-9E5A-9637E8F70F4B}" type="slidenum">
              <a:rPr b="0" lang="en-US" sz="1200" spc="-1" strike="noStrike">
                <a:solidFill>
                  <a:srgbClr val="3d3632"/>
                </a:solidFill>
                <a:latin typeface="Euphemia"/>
              </a:rPr>
              <a:t>&lt;number&gt;</a:t>
            </a:fld>
            <a:endParaRPr b="0" lang="en-US" sz="1200" spc="-1" strike="noStrike">
              <a:latin typeface="Times New Roman"/>
            </a:endParaRPr>
          </a:p>
        </p:txBody>
      </p:sp>
      <p:sp>
        <p:nvSpPr>
          <p:cNvPr id="150" name="PlaceHolder 7"/>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514843"/>
                </a:solidFill>
                <a:latin typeface="Euphemia"/>
              </a:rPr>
              <a:t>Click to edit the title text format</a:t>
            </a:r>
            <a:endParaRPr b="0" lang="en-US" sz="1800" spc="-1" strike="noStrike">
              <a:solidFill>
                <a:srgbClr val="514843"/>
              </a:solidFill>
              <a:latin typeface="Euphemia"/>
            </a:endParaRPr>
          </a:p>
        </p:txBody>
      </p:sp>
      <p:sp>
        <p:nvSpPr>
          <p:cNvPr id="151" name="PlaceHolder 8"/>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2000" spc="-1" strike="noStrike">
                <a:solidFill>
                  <a:srgbClr val="514843"/>
                </a:solidFill>
                <a:latin typeface="Euphemia"/>
              </a:rPr>
              <a:t>Click to edit the outline text format</a:t>
            </a:r>
            <a:endParaRPr b="0" lang="en-US" sz="2000" spc="-1" strike="noStrike">
              <a:solidFill>
                <a:srgbClr val="514843"/>
              </a:solidFill>
              <a:latin typeface="Euphemia"/>
            </a:endParaRPr>
          </a:p>
          <a:p>
            <a:pPr lvl="1" marL="864000" indent="-324000">
              <a:spcBef>
                <a:spcPts val="1134"/>
              </a:spcBef>
              <a:buClr>
                <a:srgbClr val="000000"/>
              </a:buClr>
              <a:buSzPct val="75000"/>
              <a:buFont typeface="Symbol" charset="2"/>
              <a:buChar char=""/>
            </a:pPr>
            <a:r>
              <a:rPr b="0" lang="en-US" sz="1400" spc="-1" strike="noStrike">
                <a:solidFill>
                  <a:srgbClr val="514843"/>
                </a:solidFill>
                <a:latin typeface="Euphemia"/>
              </a:rPr>
              <a:t>Second Outline Level</a:t>
            </a:r>
            <a:endParaRPr b="0" lang="en-US" sz="1400" spc="-1" strike="noStrike">
              <a:solidFill>
                <a:srgbClr val="514843"/>
              </a:solidFill>
              <a:latin typeface="Euphemia"/>
            </a:endParaRPr>
          </a:p>
          <a:p>
            <a:pPr lvl="2" marL="1296000" indent="-288000">
              <a:spcBef>
                <a:spcPts val="850"/>
              </a:spcBef>
              <a:buClr>
                <a:srgbClr val="000000"/>
              </a:buClr>
              <a:buSzPct val="45000"/>
              <a:buFont typeface="Wingdings" charset="2"/>
              <a:buChar char=""/>
            </a:pPr>
            <a:r>
              <a:rPr b="0" lang="en-US" sz="1400" spc="-1" strike="noStrike">
                <a:solidFill>
                  <a:srgbClr val="514843"/>
                </a:solidFill>
                <a:latin typeface="Euphemia"/>
              </a:rPr>
              <a:t>Third Outline Level</a:t>
            </a:r>
            <a:endParaRPr b="0" lang="en-US" sz="1400" spc="-1" strike="noStrike">
              <a:solidFill>
                <a:srgbClr val="514843"/>
              </a:solidFill>
              <a:latin typeface="Euphemia"/>
            </a:endParaRPr>
          </a:p>
          <a:p>
            <a:pPr lvl="3" marL="1728000" indent="-216000">
              <a:spcBef>
                <a:spcPts val="567"/>
              </a:spcBef>
              <a:buClr>
                <a:srgbClr val="000000"/>
              </a:buClr>
              <a:buSzPct val="75000"/>
              <a:buFont typeface="Symbol" charset="2"/>
              <a:buChar char=""/>
            </a:pPr>
            <a:r>
              <a:rPr b="0" lang="en-US" sz="1400" spc="-1" strike="noStrike">
                <a:solidFill>
                  <a:srgbClr val="514843"/>
                </a:solidFill>
                <a:latin typeface="Euphemia"/>
              </a:rPr>
              <a:t>Fourth Outline Level</a:t>
            </a:r>
            <a:endParaRPr b="0" lang="en-US" sz="1400" spc="-1" strike="noStrike">
              <a:solidFill>
                <a:srgbClr val="514843"/>
              </a:solidFill>
              <a:latin typeface="Euphemia"/>
            </a:endParaRPr>
          </a:p>
          <a:p>
            <a:pPr lvl="4" marL="2160000" indent="-216000">
              <a:spcBef>
                <a:spcPts val="283"/>
              </a:spcBef>
              <a:buClr>
                <a:srgbClr val="000000"/>
              </a:buClr>
              <a:buSzPct val="45000"/>
              <a:buFont typeface="Wingdings" charset="2"/>
              <a:buChar char=""/>
            </a:pPr>
            <a:r>
              <a:rPr b="0" lang="en-US" sz="2000" spc="-1" strike="noStrike">
                <a:solidFill>
                  <a:srgbClr val="514843"/>
                </a:solidFill>
                <a:latin typeface="Euphemia"/>
              </a:rPr>
              <a:t>Fifth Outline Level</a:t>
            </a:r>
            <a:endParaRPr b="0" lang="en-US" sz="2000" spc="-1" strike="noStrike">
              <a:solidFill>
                <a:srgbClr val="514843"/>
              </a:solidFill>
              <a:latin typeface="Euphemia"/>
            </a:endParaRPr>
          </a:p>
          <a:p>
            <a:pPr lvl="5" marL="2592000" indent="-216000">
              <a:spcBef>
                <a:spcPts val="283"/>
              </a:spcBef>
              <a:buClr>
                <a:srgbClr val="000000"/>
              </a:buClr>
              <a:buSzPct val="45000"/>
              <a:buFont typeface="Wingdings" charset="2"/>
              <a:buChar char=""/>
            </a:pPr>
            <a:r>
              <a:rPr b="0" lang="en-US" sz="2000" spc="-1" strike="noStrike">
                <a:solidFill>
                  <a:srgbClr val="514843"/>
                </a:solidFill>
                <a:latin typeface="Euphemia"/>
              </a:rPr>
              <a:t>Sixth Outline Level</a:t>
            </a:r>
            <a:endParaRPr b="0" lang="en-US" sz="2000" spc="-1" strike="noStrike">
              <a:solidFill>
                <a:srgbClr val="514843"/>
              </a:solidFill>
              <a:latin typeface="Euphemia"/>
            </a:endParaRPr>
          </a:p>
          <a:p>
            <a:pPr lvl="6" marL="3024000" indent="-216000">
              <a:spcBef>
                <a:spcPts val="283"/>
              </a:spcBef>
              <a:buClr>
                <a:srgbClr val="000000"/>
              </a:buClr>
              <a:buSzPct val="45000"/>
              <a:buFont typeface="Wingdings" charset="2"/>
              <a:buChar char=""/>
            </a:pPr>
            <a:r>
              <a:rPr b="0" lang="en-US" sz="2000" spc="-1" strike="noStrike">
                <a:solidFill>
                  <a:srgbClr val="514843"/>
                </a:solidFill>
                <a:latin typeface="Euphemia"/>
              </a:rPr>
              <a:t>Seventh Outline Level</a:t>
            </a:r>
            <a:endParaRPr b="0" lang="en-US" sz="2000" spc="-1" strike="noStrike">
              <a:solidFill>
                <a:srgbClr val="514843"/>
              </a:solidFill>
              <a:latin typeface="Euphemia"/>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3"/>
        </a:solidFill>
      </p:bgPr>
    </p:bg>
    <p:spTree>
      <p:nvGrpSpPr>
        <p:cNvPr id="1" name=""/>
        <p:cNvGrpSpPr/>
        <p:nvPr/>
      </p:nvGrpSpPr>
      <p:grpSpPr>
        <a:xfrm>
          <a:off x="0" y="0"/>
          <a:ext cx="0" cy="0"/>
          <a:chOff x="0" y="0"/>
          <a:chExt cx="0" cy="0"/>
        </a:xfrm>
      </p:grpSpPr>
      <p:grpSp>
        <p:nvGrpSpPr>
          <p:cNvPr id="188" name="Group 1"/>
          <p:cNvGrpSpPr/>
          <p:nvPr/>
        </p:nvGrpSpPr>
        <p:grpSpPr>
          <a:xfrm>
            <a:off x="1103040" y="1218960"/>
            <a:ext cx="9985320" cy="84600"/>
            <a:chOff x="1103040" y="1218960"/>
            <a:chExt cx="9985320" cy="84600"/>
          </a:xfrm>
        </p:grpSpPr>
        <p:sp>
          <p:nvSpPr>
            <p:cNvPr id="189" name="Line 2"/>
            <p:cNvSpPr/>
            <p:nvPr/>
          </p:nvSpPr>
          <p:spPr>
            <a:xfrm flipH="1">
              <a:off x="1103040" y="1218960"/>
              <a:ext cx="998532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190" name="Line 3"/>
            <p:cNvSpPr/>
            <p:nvPr/>
          </p:nvSpPr>
          <p:spPr>
            <a:xfrm flipH="1">
              <a:off x="1103040" y="1303560"/>
              <a:ext cx="998532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sp>
        <p:nvSpPr>
          <p:cNvPr id="191" name="PlaceHolder 4"/>
          <p:cNvSpPr>
            <a:spLocks noGrp="1"/>
          </p:cNvSpPr>
          <p:nvPr>
            <p:ph type="title"/>
          </p:nvPr>
        </p:nvSpPr>
        <p:spPr>
          <a:xfrm>
            <a:off x="1104840" y="2292120"/>
            <a:ext cx="5733720" cy="2219400"/>
          </a:xfrm>
          <a:prstGeom prst="rect">
            <a:avLst/>
          </a:prstGeom>
        </p:spPr>
        <p:txBody>
          <a:bodyPr lIns="0" rIns="0" anchor="ctr">
            <a:normAutofit/>
          </a:bodyPr>
          <a:p>
            <a:pPr>
              <a:lnSpc>
                <a:spcPct val="90000"/>
              </a:lnSpc>
            </a:pPr>
            <a:r>
              <a:rPr b="0" lang="en-US" sz="4400" spc="-1" strike="noStrike" cap="all">
                <a:solidFill>
                  <a:srgbClr val="514843"/>
                </a:solidFill>
                <a:latin typeface="Plantagenet Cherokee"/>
              </a:rPr>
              <a:t>Click to edit Master title style</a:t>
            </a:r>
            <a:endParaRPr b="0" lang="en-US" sz="4400" spc="-1" strike="noStrike">
              <a:solidFill>
                <a:srgbClr val="514843"/>
              </a:solidFill>
              <a:latin typeface="Euphemia"/>
            </a:endParaRPr>
          </a:p>
        </p:txBody>
      </p:sp>
      <p:sp>
        <p:nvSpPr>
          <p:cNvPr id="192" name="PlaceHolder 5"/>
          <p:cNvSpPr>
            <a:spLocks noGrp="1"/>
          </p:cNvSpPr>
          <p:nvPr>
            <p:ph type="body"/>
          </p:nvPr>
        </p:nvSpPr>
        <p:spPr>
          <a:xfrm>
            <a:off x="6981120" y="1310760"/>
            <a:ext cx="5210640" cy="4208400"/>
          </a:xfrm>
          <a:prstGeom prst="rect">
            <a:avLst/>
          </a:prstGeom>
        </p:spPr>
        <p:txBody>
          <a:bodyPr lIns="90000" rIns="90000" tIns="1005840" bIns="45000">
            <a:noAutofit/>
          </a:bodyPr>
          <a:p>
            <a:pPr algn="ctr">
              <a:lnSpc>
                <a:spcPct val="100000"/>
              </a:lnSpc>
              <a:tabLst>
                <a:tab algn="l" pos="0"/>
              </a:tabLst>
            </a:pPr>
            <a:r>
              <a:rPr b="0" lang="en-US" sz="1800" spc="-1" strike="noStrike">
                <a:solidFill>
                  <a:srgbClr val="514843"/>
                </a:solidFill>
                <a:latin typeface="Euphemia"/>
              </a:rPr>
              <a:t>Click icon to add picture</a:t>
            </a:r>
            <a:endParaRPr b="0" lang="en-US" sz="1800" spc="-1" strike="noStrike">
              <a:solidFill>
                <a:srgbClr val="514843"/>
              </a:solidFill>
              <a:latin typeface="Euphemia"/>
            </a:endParaRPr>
          </a:p>
        </p:txBody>
      </p:sp>
      <p:sp>
        <p:nvSpPr>
          <p:cNvPr id="193" name="CustomShape 6"/>
          <p:cNvSpPr/>
          <p:nvPr/>
        </p:nvSpPr>
        <p:spPr>
          <a:xfrm>
            <a:off x="0" y="0"/>
            <a:ext cx="12191760" cy="1079640"/>
          </a:xfrm>
          <a:prstGeom prst="rect">
            <a:avLst/>
          </a:prstGeom>
          <a:ln>
            <a:noFill/>
          </a:ln>
        </p:spPr>
        <p:style>
          <a:lnRef idx="2">
            <a:schemeClr val="accent1">
              <a:shade val="50000"/>
            </a:schemeClr>
          </a:lnRef>
          <a:fillRef idx="1">
            <a:schemeClr val="accent1"/>
          </a:fillRef>
          <a:effectRef idx="0">
            <a:schemeClr val="accent1"/>
          </a:effectRef>
          <a:fontRef idx="minor"/>
        </p:style>
      </p:sp>
      <p:grpSp>
        <p:nvGrpSpPr>
          <p:cNvPr id="194" name="Group 7"/>
          <p:cNvGrpSpPr/>
          <p:nvPr/>
        </p:nvGrpSpPr>
        <p:grpSpPr>
          <a:xfrm>
            <a:off x="0" y="1142640"/>
            <a:ext cx="12191760" cy="63360"/>
            <a:chOff x="0" y="1142640"/>
            <a:chExt cx="12191760" cy="63360"/>
          </a:xfrm>
        </p:grpSpPr>
        <p:sp>
          <p:nvSpPr>
            <p:cNvPr id="195" name="Line 8"/>
            <p:cNvSpPr/>
            <p:nvPr/>
          </p:nvSpPr>
          <p:spPr>
            <a:xfrm>
              <a:off x="0" y="1206000"/>
              <a:ext cx="1219176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196" name="Line 9"/>
            <p:cNvSpPr/>
            <p:nvPr/>
          </p:nvSpPr>
          <p:spPr>
            <a:xfrm>
              <a:off x="0" y="1142640"/>
              <a:ext cx="1219176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pic>
        <p:nvPicPr>
          <p:cNvPr id="197" name="Picture 9" descr=""/>
          <p:cNvPicPr/>
          <p:nvPr/>
        </p:nvPicPr>
        <p:blipFill>
          <a:blip r:embed="rId2">
            <a:extLst>
              <a:ext uri="{BEBA8EAE-BF5A-486C-A8C5-ECC9F3942E4B}">
                <a14:imgProps xmlns:a14="http://schemas.microsoft.com/office/drawing/2010/main">
                  <a14:imgLayer r:embed="rId3">
                    <a14:imgEffect>
                      <a14:saturation sat="30000"/>
                    </a14:imgEffect>
                  </a14:imgLayer>
                </a14:imgProps>
              </a:ext>
            </a:extLst>
          </a:blip>
          <a:stretch/>
        </p:blipFill>
        <p:spPr>
          <a:xfrm>
            <a:off x="1325880" y="0"/>
            <a:ext cx="1747080" cy="2291760"/>
          </a:xfrm>
          <a:prstGeom prst="rect">
            <a:avLst/>
          </a:prstGeom>
          <a:ln>
            <a:noFill/>
          </a:ln>
        </p:spPr>
      </p:pic>
      <p:grpSp>
        <p:nvGrpSpPr>
          <p:cNvPr id="198" name="Group 10"/>
          <p:cNvGrpSpPr/>
          <p:nvPr/>
        </p:nvGrpSpPr>
        <p:grpSpPr>
          <a:xfrm>
            <a:off x="0" y="5645160"/>
            <a:ext cx="12191760" cy="63360"/>
            <a:chOff x="0" y="5645160"/>
            <a:chExt cx="12191760" cy="63360"/>
          </a:xfrm>
        </p:grpSpPr>
        <p:sp>
          <p:nvSpPr>
            <p:cNvPr id="199" name="Line 11"/>
            <p:cNvSpPr/>
            <p:nvPr/>
          </p:nvSpPr>
          <p:spPr>
            <a:xfrm flipH="1">
              <a:off x="0" y="5645160"/>
              <a:ext cx="12191760" cy="0"/>
            </a:xfrm>
            <a:prstGeom prst="line">
              <a:avLst/>
            </a:prstGeom>
            <a:ln w="38160">
              <a:solidFill>
                <a:schemeClr val="tx1"/>
              </a:solidFill>
              <a:miter/>
            </a:ln>
          </p:spPr>
          <p:style>
            <a:lnRef idx="1">
              <a:schemeClr val="accent1"/>
            </a:lnRef>
            <a:fillRef idx="0">
              <a:schemeClr val="accent1"/>
            </a:fillRef>
            <a:effectRef idx="0">
              <a:schemeClr val="accent1"/>
            </a:effectRef>
            <a:fontRef idx="minor"/>
          </p:style>
        </p:sp>
        <p:sp>
          <p:nvSpPr>
            <p:cNvPr id="200" name="Line 12"/>
            <p:cNvSpPr/>
            <p:nvPr/>
          </p:nvSpPr>
          <p:spPr>
            <a:xfrm flipH="1">
              <a:off x="0" y="5708520"/>
              <a:ext cx="12191760" cy="0"/>
            </a:xfrm>
            <a:prstGeom prst="line">
              <a:avLst/>
            </a:prstGeom>
            <a:ln w="12600">
              <a:solidFill>
                <a:schemeClr val="tx1"/>
              </a:solidFill>
              <a:miter/>
            </a:ln>
          </p:spPr>
          <p:style>
            <a:lnRef idx="1">
              <a:schemeClr val="accent1"/>
            </a:lnRef>
            <a:fillRef idx="0">
              <a:schemeClr val="accent1"/>
            </a:fillRef>
            <a:effectRef idx="0">
              <a:schemeClr val="accent1"/>
            </a:effectRef>
            <a:fontRef idx="minor"/>
          </p:style>
        </p:sp>
      </p:grpSp>
      <p:sp>
        <p:nvSpPr>
          <p:cNvPr id="201" name="CustomShape 13"/>
          <p:cNvSpPr/>
          <p:nvPr/>
        </p:nvSpPr>
        <p:spPr>
          <a:xfrm>
            <a:off x="0" y="5778000"/>
            <a:ext cx="12191760" cy="1079640"/>
          </a:xfrm>
          <a:prstGeom prst="rect">
            <a:avLst/>
          </a:prstGeom>
          <a:ln>
            <a:noFill/>
          </a:ln>
        </p:spPr>
        <p:style>
          <a:lnRef idx="2">
            <a:schemeClr val="accent1">
              <a:shade val="50000"/>
            </a:schemeClr>
          </a:lnRef>
          <a:fillRef idx="1">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37.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3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8" name="Picture 3" descr=""/>
          <p:cNvPicPr/>
          <p:nvPr/>
        </p:nvPicPr>
        <p:blipFill>
          <a:blip r:embed="rId1"/>
          <a:stretch/>
        </p:blipFill>
        <p:spPr>
          <a:xfrm>
            <a:off x="5447160" y="10080"/>
            <a:ext cx="1202040" cy="1003320"/>
          </a:xfrm>
          <a:prstGeom prst="rect">
            <a:avLst/>
          </a:prstGeom>
          <a:ln>
            <a:noFill/>
          </a:ln>
        </p:spPr>
      </p:pic>
      <p:sp>
        <p:nvSpPr>
          <p:cNvPr id="239" name="CustomShape 1"/>
          <p:cNvSpPr/>
          <p:nvPr/>
        </p:nvSpPr>
        <p:spPr>
          <a:xfrm>
            <a:off x="2708640" y="1195560"/>
            <a:ext cx="7414200" cy="6390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514843"/>
                </a:solidFill>
                <a:latin typeface="Euphemia"/>
              </a:rPr>
              <a:t>SISTEM PEREKRUTAN PEGAWAI DENGAN MENGIMPLEMENTASIKAN METODE </a:t>
            </a:r>
            <a:r>
              <a:rPr b="1" i="1" lang="en-US" sz="1800" spc="-1" strike="noStrike">
                <a:solidFill>
                  <a:srgbClr val="514843"/>
                </a:solidFill>
                <a:latin typeface="Euphemia"/>
              </a:rPr>
              <a:t>JACCARD SIMILARITY</a:t>
            </a:r>
            <a:endParaRPr b="0" lang="en-US" sz="1800" spc="-1" strike="noStrike">
              <a:latin typeface="Arial"/>
            </a:endParaRPr>
          </a:p>
        </p:txBody>
      </p:sp>
      <p:sp>
        <p:nvSpPr>
          <p:cNvPr id="240" name="CustomShape 2"/>
          <p:cNvSpPr/>
          <p:nvPr/>
        </p:nvSpPr>
        <p:spPr>
          <a:xfrm>
            <a:off x="854280" y="3477960"/>
            <a:ext cx="3432240" cy="2278440"/>
          </a:xfrm>
          <a:prstGeom prst="rect">
            <a:avLst/>
          </a:prstGeom>
          <a:noFill/>
          <a:ln>
            <a:noFill/>
          </a:ln>
        </p:spPr>
        <p:style>
          <a:lnRef idx="0"/>
          <a:fillRef idx="0"/>
          <a:effectRef idx="0"/>
          <a:fontRef idx="minor"/>
        </p:style>
        <p:txBody>
          <a:bodyPr>
            <a:noAutofit/>
          </a:bodyPr>
          <a:p>
            <a:pPr algn="ctr">
              <a:lnSpc>
                <a:spcPct val="150000"/>
              </a:lnSpc>
              <a:spcAft>
                <a:spcPts val="799"/>
              </a:spcAft>
            </a:pPr>
            <a:r>
              <a:rPr b="1" lang="en-ID" sz="1600" spc="-1" strike="noStrike">
                <a:solidFill>
                  <a:srgbClr val="000000"/>
                </a:solidFill>
                <a:latin typeface="Times New Roman"/>
                <a:ea typeface="Calibri"/>
              </a:rPr>
              <a:t>Pembimbing I</a:t>
            </a:r>
            <a:endParaRPr b="0" lang="en-US" sz="1600" spc="-1" strike="noStrike">
              <a:latin typeface="Arial"/>
            </a:endParaRPr>
          </a:p>
          <a:p>
            <a:pPr algn="ctr">
              <a:lnSpc>
                <a:spcPct val="150000"/>
              </a:lnSpc>
              <a:spcAft>
                <a:spcPts val="799"/>
              </a:spcAft>
            </a:pPr>
            <a:r>
              <a:rPr b="1" lang="en-ID" sz="1600" spc="-1" strike="noStrike">
                <a:solidFill>
                  <a:srgbClr val="000000"/>
                </a:solidFill>
                <a:latin typeface="Times New Roman"/>
                <a:ea typeface="Calibri"/>
              </a:rPr>
              <a:t> </a:t>
            </a:r>
            <a:endParaRPr b="0" lang="en-US" sz="1600" spc="-1" strike="noStrike">
              <a:latin typeface="Arial"/>
            </a:endParaRPr>
          </a:p>
          <a:p>
            <a:pPr algn="ctr">
              <a:lnSpc>
                <a:spcPct val="150000"/>
              </a:lnSpc>
              <a:spcAft>
                <a:spcPts val="799"/>
              </a:spcAft>
            </a:pPr>
            <a:r>
              <a:rPr b="1" lang="en-ID" sz="1600" spc="-1" strike="noStrike">
                <a:solidFill>
                  <a:srgbClr val="514843"/>
                </a:solidFill>
                <a:latin typeface="Times New Roman"/>
                <a:ea typeface="Calibri"/>
              </a:rPr>
              <a:t> </a:t>
            </a:r>
            <a:endParaRPr b="0" lang="en-US" sz="1600" spc="-1" strike="noStrike">
              <a:latin typeface="Arial"/>
            </a:endParaRPr>
          </a:p>
          <a:p>
            <a:pPr algn="ctr">
              <a:lnSpc>
                <a:spcPct val="150000"/>
              </a:lnSpc>
            </a:pPr>
            <a:r>
              <a:rPr b="1" lang="en-US" sz="1600" spc="-1" strike="noStrike" u="sng">
                <a:solidFill>
                  <a:srgbClr val="514843"/>
                </a:solidFill>
                <a:uFillTx/>
                <a:latin typeface="Times New Roman"/>
                <a:ea typeface="Calibri"/>
              </a:rPr>
              <a:t>Natalis Ransi, S.Si., M.Sc.</a:t>
            </a:r>
            <a:endParaRPr b="0" lang="en-US" sz="1600" spc="-1" strike="noStrike">
              <a:latin typeface="Arial"/>
            </a:endParaRPr>
          </a:p>
          <a:p>
            <a:pPr algn="ctr">
              <a:lnSpc>
                <a:spcPct val="150000"/>
              </a:lnSpc>
            </a:pPr>
            <a:r>
              <a:rPr b="1" lang="en-US" sz="1600" spc="-1" strike="noStrike">
                <a:solidFill>
                  <a:srgbClr val="514843"/>
                </a:solidFill>
                <a:latin typeface="Times New Roman"/>
                <a:ea typeface="Calibri"/>
              </a:rPr>
              <a:t>NIP. 198412252015041001</a:t>
            </a:r>
            <a:r>
              <a:rPr b="1" lang="en-ID" sz="1200" spc="-1" strike="noStrike">
                <a:solidFill>
                  <a:srgbClr val="514843"/>
                </a:solidFill>
                <a:latin typeface="Times New Roman"/>
                <a:ea typeface="Calibri"/>
              </a:rPr>
              <a:t> </a:t>
            </a:r>
            <a:endParaRPr b="0" lang="en-US" sz="1200" spc="-1" strike="noStrike">
              <a:latin typeface="Arial"/>
            </a:endParaRPr>
          </a:p>
        </p:txBody>
      </p:sp>
      <p:sp>
        <p:nvSpPr>
          <p:cNvPr id="241" name="CustomShape 3"/>
          <p:cNvSpPr/>
          <p:nvPr/>
        </p:nvSpPr>
        <p:spPr>
          <a:xfrm>
            <a:off x="8910720" y="3462840"/>
            <a:ext cx="2705040" cy="2278440"/>
          </a:xfrm>
          <a:prstGeom prst="rect">
            <a:avLst/>
          </a:prstGeom>
          <a:noFill/>
          <a:ln>
            <a:noFill/>
          </a:ln>
        </p:spPr>
        <p:style>
          <a:lnRef idx="0"/>
          <a:fillRef idx="0"/>
          <a:effectRef idx="0"/>
          <a:fontRef idx="minor"/>
        </p:style>
        <p:txBody>
          <a:bodyPr>
            <a:noAutofit/>
          </a:bodyPr>
          <a:p>
            <a:pPr algn="ctr">
              <a:lnSpc>
                <a:spcPct val="150000"/>
              </a:lnSpc>
              <a:spcAft>
                <a:spcPts val="799"/>
              </a:spcAft>
            </a:pPr>
            <a:r>
              <a:rPr b="1" lang="en-ID" sz="1600" spc="-1" strike="noStrike">
                <a:solidFill>
                  <a:srgbClr val="000000"/>
                </a:solidFill>
                <a:latin typeface="Times New Roman"/>
                <a:ea typeface="Calibri"/>
              </a:rPr>
              <a:t>Pembimbing II</a:t>
            </a:r>
            <a:endParaRPr b="0" lang="en-US" sz="1600" spc="-1" strike="noStrike">
              <a:latin typeface="Arial"/>
            </a:endParaRPr>
          </a:p>
          <a:p>
            <a:pPr algn="ctr">
              <a:lnSpc>
                <a:spcPct val="150000"/>
              </a:lnSpc>
              <a:spcAft>
                <a:spcPts val="799"/>
              </a:spcAft>
            </a:pPr>
            <a:r>
              <a:rPr b="1" lang="en-ID" sz="1600" spc="-1" strike="noStrike">
                <a:solidFill>
                  <a:srgbClr val="000000"/>
                </a:solidFill>
                <a:latin typeface="Times New Roman"/>
                <a:ea typeface="Calibri"/>
              </a:rPr>
              <a:t> </a:t>
            </a:r>
            <a:endParaRPr b="0" lang="en-US" sz="1600" spc="-1" strike="noStrike">
              <a:latin typeface="Arial"/>
            </a:endParaRPr>
          </a:p>
          <a:p>
            <a:pPr algn="ctr">
              <a:lnSpc>
                <a:spcPct val="200000"/>
              </a:lnSpc>
              <a:spcAft>
                <a:spcPts val="799"/>
              </a:spcAft>
            </a:pPr>
            <a:r>
              <a:rPr b="1" lang="en-ID" sz="1600" spc="-1" strike="noStrike">
                <a:solidFill>
                  <a:srgbClr val="000000"/>
                </a:solidFill>
                <a:latin typeface="Times New Roman"/>
                <a:ea typeface="Calibri"/>
              </a:rPr>
              <a:t> </a:t>
            </a:r>
            <a:endParaRPr b="0" lang="en-US" sz="1600" spc="-1" strike="noStrike">
              <a:latin typeface="Arial"/>
            </a:endParaRPr>
          </a:p>
          <a:p>
            <a:pPr algn="ctr">
              <a:lnSpc>
                <a:spcPct val="107000"/>
              </a:lnSpc>
              <a:spcAft>
                <a:spcPts val="799"/>
              </a:spcAft>
            </a:pPr>
            <a:r>
              <a:rPr b="1" lang="en-ID" sz="1600" spc="-1" strike="noStrike" u="sng">
                <a:solidFill>
                  <a:srgbClr val="000000"/>
                </a:solidFill>
                <a:uFillTx/>
                <a:latin typeface="Times New Roman"/>
                <a:ea typeface="Calibri"/>
              </a:rPr>
              <a:t>Dr. La Ode Saidi, M.Kom</a:t>
            </a:r>
            <a:endParaRPr b="0" lang="en-US" sz="1600" spc="-1" strike="noStrike">
              <a:latin typeface="Arial"/>
            </a:endParaRPr>
          </a:p>
          <a:p>
            <a:pPr algn="ctr">
              <a:lnSpc>
                <a:spcPct val="107000"/>
              </a:lnSpc>
              <a:spcAft>
                <a:spcPts val="799"/>
              </a:spcAft>
              <a:tabLst>
                <a:tab algn="l" pos="1948320"/>
              </a:tabLst>
            </a:pPr>
            <a:r>
              <a:rPr b="1" lang="en-ID" sz="1600" spc="-1" strike="noStrike">
                <a:solidFill>
                  <a:srgbClr val="000000"/>
                </a:solidFill>
                <a:latin typeface="Times New Roman"/>
                <a:ea typeface="Calibri"/>
              </a:rPr>
              <a:t>NIP. 19621231 199512 1 001</a:t>
            </a:r>
            <a:endParaRPr b="0" lang="en-US" sz="1600" spc="-1" strike="noStrike">
              <a:latin typeface="Arial"/>
            </a:endParaRPr>
          </a:p>
          <a:p>
            <a:pPr algn="ctr">
              <a:lnSpc>
                <a:spcPct val="107000"/>
              </a:lnSpc>
              <a:spcAft>
                <a:spcPts val="799"/>
              </a:spcAft>
              <a:tabLst>
                <a:tab algn="l" pos="1948320"/>
              </a:tabLst>
            </a:pPr>
            <a:r>
              <a:rPr b="1" lang="en-ID" sz="1200" spc="-1" strike="noStrike">
                <a:solidFill>
                  <a:srgbClr val="000000"/>
                </a:solidFill>
                <a:latin typeface="Times New Roman"/>
                <a:ea typeface="Calibri"/>
              </a:rPr>
              <a:t> </a:t>
            </a:r>
            <a:endParaRPr b="0" lang="en-US" sz="1200" spc="-1" strike="noStrike">
              <a:latin typeface="Arial"/>
            </a:endParaRPr>
          </a:p>
        </p:txBody>
      </p:sp>
      <p:sp>
        <p:nvSpPr>
          <p:cNvPr id="242" name="CustomShape 4"/>
          <p:cNvSpPr/>
          <p:nvPr/>
        </p:nvSpPr>
        <p:spPr>
          <a:xfrm>
            <a:off x="4639680" y="2265840"/>
            <a:ext cx="2762640" cy="3646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Times New Roman"/>
              </a:rPr>
              <a:t>Proposal Penelitian</a:t>
            </a:r>
            <a:endParaRPr b="0" lang="en-US" sz="1800" spc="-1" strike="noStrike">
              <a:latin typeface="Arial"/>
            </a:endParaRPr>
          </a:p>
        </p:txBody>
      </p:sp>
      <p:sp>
        <p:nvSpPr>
          <p:cNvPr id="243" name="CustomShape 5"/>
          <p:cNvSpPr/>
          <p:nvPr/>
        </p:nvSpPr>
        <p:spPr>
          <a:xfrm>
            <a:off x="3869640" y="2667960"/>
            <a:ext cx="4452480" cy="118764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ID" sz="1800" spc="-1" strike="noStrike">
                <a:solidFill>
                  <a:srgbClr val="000000"/>
                </a:solidFill>
                <a:latin typeface="Times New Roman"/>
              </a:rPr>
              <a:t>Oleh:</a:t>
            </a:r>
            <a:endParaRPr b="0" lang="en-US" sz="1800" spc="-1" strike="noStrike">
              <a:latin typeface="Arial"/>
            </a:endParaRPr>
          </a:p>
          <a:p>
            <a:pPr algn="ctr">
              <a:lnSpc>
                <a:spcPct val="100000"/>
              </a:lnSpc>
            </a:pPr>
            <a:r>
              <a:rPr b="0" lang="en-ID" sz="1800" spc="-1" strike="noStrike">
                <a:solidFill>
                  <a:srgbClr val="000000"/>
                </a:solidFill>
                <a:latin typeface="Times New Roman"/>
              </a:rPr>
              <a:t> </a:t>
            </a:r>
            <a:endParaRPr b="0" lang="en-US" sz="1800" spc="-1" strike="noStrike">
              <a:latin typeface="Arial"/>
            </a:endParaRPr>
          </a:p>
          <a:p>
            <a:pPr algn="ctr">
              <a:lnSpc>
                <a:spcPct val="100000"/>
              </a:lnSpc>
            </a:pPr>
            <a:r>
              <a:rPr b="0" lang="en-ID" sz="1800" spc="-1" strike="noStrike">
                <a:solidFill>
                  <a:srgbClr val="000000"/>
                </a:solidFill>
                <a:latin typeface="Times New Roman"/>
              </a:rPr>
              <a:t>ASTRIANI</a:t>
            </a:r>
            <a:endParaRPr b="0" lang="en-US" sz="1800" spc="-1" strike="noStrike">
              <a:latin typeface="Arial"/>
            </a:endParaRPr>
          </a:p>
          <a:p>
            <a:pPr algn="ctr">
              <a:lnSpc>
                <a:spcPct val="100000"/>
              </a:lnSpc>
            </a:pPr>
            <a:r>
              <a:rPr b="0" lang="en-ID" sz="1800" spc="-1" strike="noStrike">
                <a:solidFill>
                  <a:srgbClr val="000000"/>
                </a:solidFill>
                <a:latin typeface="Times New Roman"/>
              </a:rPr>
              <a:t>F1G 17 011</a:t>
            </a:r>
            <a:endParaRPr b="0" lang="en-US" sz="1800" spc="-1" strike="noStrike">
              <a:latin typeface="Arial"/>
            </a:endParaRPr>
          </a:p>
        </p:txBody>
      </p:sp>
    </p:spTree>
  </p:cSld>
  <mc:AlternateContent>
    <mc:Choice Requires="p14">
      <p:transition p14:dur="10"/>
    </mc:Choice>
    <mc:Fallback>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TextShape 1"/>
          <p:cNvSpPr txBox="1"/>
          <p:nvPr/>
        </p:nvSpPr>
        <p:spPr>
          <a:xfrm>
            <a:off x="1060560" y="3269880"/>
            <a:ext cx="10070640" cy="1351440"/>
          </a:xfrm>
          <a:prstGeom prst="rect">
            <a:avLst/>
          </a:prstGeom>
          <a:noFill/>
          <a:ln>
            <a:noFill/>
          </a:ln>
        </p:spPr>
        <p:txBody>
          <a:bodyPr lIns="0" rIns="0" anchor="ctr">
            <a:normAutofit/>
          </a:bodyPr>
          <a:p>
            <a:pPr algn="ctr">
              <a:lnSpc>
                <a:spcPct val="90000"/>
              </a:lnSpc>
            </a:pPr>
            <a:r>
              <a:rPr b="0" lang="en-US" sz="6000" spc="-1" strike="noStrike" cap="all">
                <a:solidFill>
                  <a:srgbClr val="ffffff"/>
                </a:solidFill>
                <a:latin typeface="Plantagenet Cherokee"/>
              </a:rPr>
              <a:t>BAB 1 PENDAHULUAN</a:t>
            </a:r>
            <a:endParaRPr b="0" lang="en-US" sz="6000" spc="-1" strike="noStrike">
              <a:solidFill>
                <a:srgbClr val="514843"/>
              </a:solidFill>
              <a:latin typeface="Euphemia"/>
            </a:endParaRP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TextShape 1"/>
          <p:cNvSpPr txBox="1"/>
          <p:nvPr/>
        </p:nvSpPr>
        <p:spPr>
          <a:xfrm>
            <a:off x="1104840" y="46440"/>
            <a:ext cx="9980280" cy="1096560"/>
          </a:xfrm>
          <a:prstGeom prst="rect">
            <a:avLst/>
          </a:prstGeom>
          <a:noFill/>
          <a:ln>
            <a:noFill/>
          </a:ln>
        </p:spPr>
        <p:txBody>
          <a:bodyPr lIns="0" rIns="0" anchor="b">
            <a:noAutofit/>
          </a:bodyPr>
          <a:p>
            <a:pPr>
              <a:lnSpc>
                <a:spcPct val="90000"/>
              </a:lnSpc>
            </a:pPr>
            <a:r>
              <a:rPr b="0" lang="en-US" sz="2800" spc="-1" strike="noStrike">
                <a:solidFill>
                  <a:srgbClr val="514843"/>
                </a:solidFill>
                <a:latin typeface="Plantagenet Cherokee"/>
              </a:rPr>
              <a:t>LATAR BELAKANG</a:t>
            </a:r>
            <a:endParaRPr b="0" lang="en-US" sz="2800" spc="-1" strike="noStrike">
              <a:solidFill>
                <a:srgbClr val="514843"/>
              </a:solidFill>
              <a:latin typeface="Euphemia"/>
            </a:endParaRPr>
          </a:p>
        </p:txBody>
      </p:sp>
      <p:sp>
        <p:nvSpPr>
          <p:cNvPr id="246" name="CustomShape 2"/>
          <p:cNvSpPr/>
          <p:nvPr/>
        </p:nvSpPr>
        <p:spPr>
          <a:xfrm>
            <a:off x="1189800" y="1437120"/>
            <a:ext cx="9895320" cy="4296600"/>
          </a:xfrm>
          <a:prstGeom prst="rect">
            <a:avLst/>
          </a:prstGeom>
          <a:noFill/>
          <a:ln>
            <a:noFill/>
          </a:ln>
        </p:spPr>
        <p:style>
          <a:lnRef idx="0"/>
          <a:fillRef idx="0"/>
          <a:effectRef idx="0"/>
          <a:fontRef idx="minor"/>
        </p:style>
        <p:txBody>
          <a:bodyPr lIns="90000" rIns="90000" tIns="45000" bIns="45000">
            <a:spAutoFit/>
          </a:bodyPr>
          <a:p>
            <a:pPr algn="just">
              <a:lnSpc>
                <a:spcPct val="150000"/>
              </a:lnSpc>
              <a:tabLst>
                <a:tab algn="l" pos="282600"/>
              </a:tabLst>
            </a:pPr>
            <a:r>
              <a:rPr b="0" lang="en-US" sz="2000" spc="-1" strike="noStrike">
                <a:solidFill>
                  <a:srgbClr val="000000"/>
                </a:solidFill>
                <a:latin typeface="Times New Roman"/>
              </a:rPr>
              <a:t>	</a:t>
            </a:r>
            <a:r>
              <a:rPr b="0" lang="en-US" sz="1800" spc="-1" strike="noStrike">
                <a:solidFill>
                  <a:srgbClr val="514843"/>
                </a:solidFill>
                <a:latin typeface="Times New Roman"/>
              </a:rPr>
              <a:t>Bagi suatu perusahaan, pegawai merupakan sumber daya yang paling penting. Kontribusi yang diberikan setiap pegawai, berdampak langsung pada suksesnya perusahaan. Langkah awal dari suatu perusahaan untuk mendapatkan pegawai yang tepat dan sesuai dengan kebutuhan perusahaan adalah proses  rekrutmen.</a:t>
            </a:r>
            <a:endParaRPr b="0" lang="en-US" sz="1800" spc="-1" strike="noStrike">
              <a:latin typeface="Arial"/>
            </a:endParaRPr>
          </a:p>
          <a:p>
            <a:pPr algn="just">
              <a:lnSpc>
                <a:spcPct val="150000"/>
              </a:lnSpc>
              <a:tabLst>
                <a:tab algn="l" pos="282600"/>
              </a:tabLst>
            </a:pPr>
            <a:r>
              <a:rPr b="0" lang="en-US" sz="1800" spc="-1" strike="noStrike">
                <a:solidFill>
                  <a:srgbClr val="514843"/>
                </a:solidFill>
                <a:latin typeface="Times New Roman"/>
              </a:rPr>
              <a:t>	</a:t>
            </a:r>
            <a:r>
              <a:rPr b="0" lang="en-US" sz="1800" spc="-1" strike="noStrike">
                <a:solidFill>
                  <a:srgbClr val="514843"/>
                </a:solidFill>
                <a:latin typeface="Times New Roman"/>
              </a:rPr>
              <a:t>Rekrutmen merupakan proses pemilihan individu-individu yang memiliki kualifikasi yang relevan untuk mengisi posisi dalam suatu organisasi. Rekrutmen dalam prosesnya harus dikerjakan secara maksimal, karena pada tahap ini akan mempengaruhi kinerja perusahaan dan menentukan keberhasilan perusahaan dalam jangka panjang.</a:t>
            </a:r>
            <a:endParaRPr b="0" lang="en-US" sz="1800" spc="-1" strike="noStrike">
              <a:latin typeface="Arial"/>
            </a:endParaRPr>
          </a:p>
          <a:p>
            <a:pPr algn="just">
              <a:lnSpc>
                <a:spcPct val="150000"/>
              </a:lnSpc>
              <a:tabLst>
                <a:tab algn="l" pos="282600"/>
              </a:tabLst>
            </a:pPr>
            <a:endParaRPr b="0" lang="en-US" sz="1800" spc="-1" strike="noStrike">
              <a:latin typeface="Arial"/>
            </a:endParaRPr>
          </a:p>
          <a:p>
            <a:pPr algn="just">
              <a:lnSpc>
                <a:spcPct val="150000"/>
              </a:lnSpc>
              <a:tabLst>
                <a:tab algn="l" pos="282600"/>
              </a:tabLst>
            </a:pPr>
            <a:r>
              <a:rPr b="0" lang="en-US" sz="2000" spc="-1" strike="noStrike">
                <a:solidFill>
                  <a:srgbClr val="000000"/>
                </a:solidFill>
                <a:latin typeface="Times New Roman"/>
              </a:rPr>
              <a:t>	</a:t>
            </a:r>
            <a:endParaRPr b="0" lang="en-US" sz="2000" spc="-1" strike="noStrike">
              <a:latin typeface="Arial"/>
            </a:endParaRPr>
          </a:p>
        </p:txBody>
      </p:sp>
    </p:spTree>
  </p:cSld>
  <mc:AlternateContent>
    <mc:Choice Requires="p14">
      <p:transition p14:dur="10"/>
    </mc:Choice>
    <mc:Fallback>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entr" presetID="10">
                                  <p:stCondLst>
                                    <p:cond delay="0"/>
                                  </p:stCondLst>
                                  <p:childTnLst>
                                    <p:set>
                                      <p:cBhvr>
                                        <p:cTn id="6" dur="1" fill="hold">
                                          <p:stCondLst>
                                            <p:cond delay="0"/>
                                          </p:stCondLst>
                                        </p:cTn>
                                        <p:tgtEl>
                                          <p:spTgt spid="245"/>
                                        </p:tgtEl>
                                        <p:attrNameLst>
                                          <p:attrName>style.visibility</p:attrName>
                                        </p:attrNameLst>
                                      </p:cBhvr>
                                      <p:to>
                                        <p:strVal val="visible"/>
                                      </p:to>
                                    </p:set>
                                    <p:animEffect filter="fade" transition="in">
                                      <p:cBhvr additive="repl">
                                        <p:cTn id="7" dur="500"/>
                                        <p:tgtEl>
                                          <p:spTgt spid="245"/>
                                        </p:tgtEl>
                                      </p:cBhvr>
                                    </p:animEffect>
                                  </p:childTnLst>
                                </p:cTn>
                              </p:par>
                            </p:childTnLst>
                          </p:cTn>
                        </p:par>
                        <p:par>
                          <p:cTn id="8" fill="hold">
                            <p:stCondLst>
                              <p:cond delay="500"/>
                            </p:stCondLst>
                            <p:childTnLst>
                              <p:par>
                                <p:cTn id="9" nodeType="afterEffect" fill="hold" presetClass="entr" presetID="42">
                                  <p:stCondLst>
                                    <p:cond delay="0"/>
                                  </p:stCondLst>
                                  <p:childTnLst>
                                    <p:set>
                                      <p:cBhvr>
                                        <p:cTn id="10" dur="1" fill="hold">
                                          <p:stCondLst>
                                            <p:cond delay="0"/>
                                          </p:stCondLst>
                                        </p:cTn>
                                        <p:tgtEl>
                                          <p:spTgt spid="246"/>
                                        </p:tgtEl>
                                        <p:attrNameLst>
                                          <p:attrName>style.visibility</p:attrName>
                                        </p:attrNameLst>
                                      </p:cBhvr>
                                      <p:to>
                                        <p:strVal val="visible"/>
                                      </p:to>
                                    </p:set>
                                    <p:animEffect filter="fade" transition="in">
                                      <p:cBhvr additive="repl">
                                        <p:cTn id="11" dur="500"/>
                                        <p:tgtEl>
                                          <p:spTgt spid="246"/>
                                        </p:tgtEl>
                                      </p:cBhvr>
                                    </p:animEffect>
                                    <p:anim calcmode="lin" valueType="num">
                                      <p:cBhvr additive="repl">
                                        <p:cTn id="12" dur="500" fill="hold"/>
                                        <p:tgtEl>
                                          <p:spTgt spid="246"/>
                                        </p:tgtEl>
                                        <p:attrNameLst>
                                          <p:attrName>ppt_x</p:attrName>
                                        </p:attrNameLst>
                                      </p:cBhvr>
                                      <p:tavLst>
                                        <p:tav tm="0">
                                          <p:val>
                                            <p:strVal val="#ppt_x"/>
                                          </p:val>
                                        </p:tav>
                                        <p:tav tm="100000">
                                          <p:val>
                                            <p:strVal val="#ppt_x"/>
                                          </p:val>
                                        </p:tav>
                                      </p:tavLst>
                                    </p:anim>
                                    <p:anim calcmode="lin" valueType="num">
                                      <p:cBhvr additive="repl">
                                        <p:cTn id="13" dur="500" fill="hold"/>
                                        <p:tgtEl>
                                          <p:spTgt spid="2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CustomShape 1"/>
          <p:cNvSpPr/>
          <p:nvPr/>
        </p:nvSpPr>
        <p:spPr>
          <a:xfrm>
            <a:off x="357840" y="296640"/>
            <a:ext cx="238320" cy="22824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248" name="CustomShape 2"/>
          <p:cNvSpPr/>
          <p:nvPr/>
        </p:nvSpPr>
        <p:spPr>
          <a:xfrm>
            <a:off x="596520" y="276840"/>
            <a:ext cx="278244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514843"/>
                </a:solidFill>
                <a:latin typeface="Times New Roman"/>
              </a:rPr>
              <a:t>RUMUSAN MASALAH</a:t>
            </a:r>
            <a:endParaRPr b="0" lang="en-US" sz="1800" spc="-1" strike="noStrike">
              <a:latin typeface="Arial"/>
            </a:endParaRPr>
          </a:p>
        </p:txBody>
      </p:sp>
      <p:sp>
        <p:nvSpPr>
          <p:cNvPr id="249" name="CustomShape 3"/>
          <p:cNvSpPr/>
          <p:nvPr/>
        </p:nvSpPr>
        <p:spPr>
          <a:xfrm>
            <a:off x="555840" y="610920"/>
            <a:ext cx="5028840" cy="1736280"/>
          </a:xfrm>
          <a:prstGeom prst="rect">
            <a:avLst/>
          </a:prstGeom>
          <a:noFill/>
          <a:ln>
            <a:noFill/>
          </a:ln>
        </p:spPr>
        <p:style>
          <a:lnRef idx="0"/>
          <a:fillRef idx="0"/>
          <a:effectRef idx="0"/>
          <a:fontRef idx="minor"/>
        </p:style>
        <p:txBody>
          <a:bodyPr lIns="90000" rIns="90000" tIns="45000" bIns="45000">
            <a:spAutoFit/>
          </a:bodyPr>
          <a:p>
            <a:pPr algn="just">
              <a:lnSpc>
                <a:spcPct val="150000"/>
              </a:lnSpc>
              <a:tabLst>
                <a:tab algn="l" pos="174600"/>
              </a:tabLst>
            </a:pPr>
            <a:r>
              <a:rPr b="0" lang="en-US" sz="1600" spc="-1" strike="noStrike">
                <a:solidFill>
                  <a:srgbClr val="514843"/>
                </a:solidFill>
                <a:latin typeface="Times New Roman"/>
              </a:rPr>
              <a:t>	</a:t>
            </a:r>
            <a:r>
              <a:rPr b="0" lang="id-ID" sz="1600" spc="-1" strike="noStrike">
                <a:solidFill>
                  <a:srgbClr val="514843"/>
                </a:solidFill>
                <a:latin typeface="Times New Roman"/>
              </a:rPr>
              <a:t>	</a:t>
            </a:r>
            <a:r>
              <a:rPr b="0" lang="id-ID" sz="1800" spc="-1" strike="noStrike">
                <a:solidFill>
                  <a:srgbClr val="514843"/>
                </a:solidFill>
                <a:latin typeface="Times New Roman"/>
              </a:rPr>
              <a:t>Rumusan masalah pada penelitian ini adalah</a:t>
            </a:r>
            <a:r>
              <a:rPr b="0" lang="en-US" sz="1800" spc="-1" strike="noStrike">
                <a:solidFill>
                  <a:srgbClr val="514843"/>
                </a:solidFill>
                <a:latin typeface="Times New Roman"/>
              </a:rPr>
              <a:t> bagaimana membangun sebuah sistem perekrutan pegawai menggunakan metode </a:t>
            </a:r>
            <a:r>
              <a:rPr b="0" i="1" lang="en-US" sz="1800" spc="-1" strike="noStrike">
                <a:solidFill>
                  <a:srgbClr val="514843"/>
                </a:solidFill>
                <a:latin typeface="Times New Roman"/>
              </a:rPr>
              <a:t>Jaccaard Similarity.</a:t>
            </a:r>
            <a:endParaRPr b="0" lang="en-US" sz="1800" spc="-1" strike="noStrike">
              <a:latin typeface="Arial"/>
            </a:endParaRPr>
          </a:p>
          <a:p>
            <a:pPr algn="just">
              <a:lnSpc>
                <a:spcPct val="150000"/>
              </a:lnSpc>
              <a:tabLst>
                <a:tab algn="l" pos="174600"/>
              </a:tabLst>
            </a:pPr>
            <a:endParaRPr b="0" lang="en-US" sz="1800" spc="-1" strike="noStrike">
              <a:latin typeface="Arial"/>
            </a:endParaRPr>
          </a:p>
        </p:txBody>
      </p:sp>
      <p:sp>
        <p:nvSpPr>
          <p:cNvPr id="250" name="CustomShape 4"/>
          <p:cNvSpPr/>
          <p:nvPr/>
        </p:nvSpPr>
        <p:spPr>
          <a:xfrm>
            <a:off x="6242040" y="3749040"/>
            <a:ext cx="238320" cy="22824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251" name="CustomShape 5"/>
          <p:cNvSpPr/>
          <p:nvPr/>
        </p:nvSpPr>
        <p:spPr>
          <a:xfrm>
            <a:off x="371160" y="2756520"/>
            <a:ext cx="238320" cy="22824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252" name="CustomShape 6"/>
          <p:cNvSpPr/>
          <p:nvPr/>
        </p:nvSpPr>
        <p:spPr>
          <a:xfrm>
            <a:off x="6370920" y="336960"/>
            <a:ext cx="238320" cy="22824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253" name="CustomShape 7"/>
          <p:cNvSpPr/>
          <p:nvPr/>
        </p:nvSpPr>
        <p:spPr>
          <a:xfrm>
            <a:off x="6752520" y="3684240"/>
            <a:ext cx="278244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514843"/>
                </a:solidFill>
                <a:latin typeface="Times New Roman"/>
              </a:rPr>
              <a:t>BATASAN MASALAH</a:t>
            </a:r>
            <a:endParaRPr b="0" lang="en-US" sz="1800" spc="-1" strike="noStrike">
              <a:latin typeface="Arial"/>
            </a:endParaRPr>
          </a:p>
        </p:txBody>
      </p:sp>
      <p:sp>
        <p:nvSpPr>
          <p:cNvPr id="254" name="CustomShape 8"/>
          <p:cNvSpPr/>
          <p:nvPr/>
        </p:nvSpPr>
        <p:spPr>
          <a:xfrm>
            <a:off x="626400" y="2684160"/>
            <a:ext cx="307080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514843"/>
                </a:solidFill>
                <a:latin typeface="Times New Roman"/>
              </a:rPr>
              <a:t>TUJUAN PENELITIAN</a:t>
            </a:r>
            <a:endParaRPr b="0" lang="en-US" sz="1800" spc="-1" strike="noStrike">
              <a:latin typeface="Arial"/>
            </a:endParaRPr>
          </a:p>
        </p:txBody>
      </p:sp>
      <p:sp>
        <p:nvSpPr>
          <p:cNvPr id="255" name="CustomShape 9"/>
          <p:cNvSpPr/>
          <p:nvPr/>
        </p:nvSpPr>
        <p:spPr>
          <a:xfrm>
            <a:off x="6695640" y="275040"/>
            <a:ext cx="415908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514843"/>
                </a:solidFill>
                <a:latin typeface="Times New Roman"/>
              </a:rPr>
              <a:t>MANFAAT PENELITIAN</a:t>
            </a:r>
            <a:endParaRPr b="0" lang="en-US" sz="1800" spc="-1" strike="noStrike">
              <a:latin typeface="Arial"/>
            </a:endParaRPr>
          </a:p>
        </p:txBody>
      </p:sp>
      <p:sp>
        <p:nvSpPr>
          <p:cNvPr id="256" name="CustomShape 10"/>
          <p:cNvSpPr/>
          <p:nvPr/>
        </p:nvSpPr>
        <p:spPr>
          <a:xfrm>
            <a:off x="6695640" y="745560"/>
            <a:ext cx="5191200" cy="338148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50000"/>
              </a:lnSpc>
              <a:buClr>
                <a:srgbClr val="514843"/>
              </a:buClr>
              <a:buFont typeface="Plantagenet Cherokee"/>
              <a:buAutoNum type="arabicPeriod"/>
            </a:pPr>
            <a:r>
              <a:rPr b="0" lang="en-US" sz="1800" spc="-1" strike="noStrike">
                <a:solidFill>
                  <a:srgbClr val="514843"/>
                </a:solidFill>
                <a:latin typeface="Times New Roman"/>
              </a:rPr>
              <a:t>Dapat digunakan sebagai referensi dalam pengembangan sistem perekrutan pegawai </a:t>
            </a:r>
            <a:endParaRPr b="0" lang="en-US" sz="1800" spc="-1" strike="noStrike">
              <a:latin typeface="Arial"/>
            </a:endParaRPr>
          </a:p>
          <a:p>
            <a:pPr marL="343080" indent="-342360" algn="just">
              <a:lnSpc>
                <a:spcPct val="150000"/>
              </a:lnSpc>
              <a:buClr>
                <a:srgbClr val="514843"/>
              </a:buClr>
              <a:buFont typeface="Plantagenet Cherokee"/>
              <a:buAutoNum type="arabicPeriod"/>
            </a:pPr>
            <a:r>
              <a:rPr b="0" lang="en-US" sz="1800" spc="-1" strike="noStrike">
                <a:solidFill>
                  <a:srgbClr val="514843"/>
                </a:solidFill>
                <a:latin typeface="Times New Roman"/>
              </a:rPr>
              <a:t>Untuk menbantu dan mempercepat waktu dalam proses perekrutan pegawai baru sesaui dengan hasil yang diharapkan.</a:t>
            </a:r>
            <a:endParaRPr b="0" lang="en-US" sz="1800" spc="-1" strike="noStrike">
              <a:latin typeface="Arial"/>
            </a:endParaRPr>
          </a:p>
          <a:p>
            <a:pPr marL="343080" indent="-342360" algn="just">
              <a:lnSpc>
                <a:spcPct val="150000"/>
              </a:lnSpc>
              <a:buClr>
                <a:srgbClr val="514843"/>
              </a:buClr>
              <a:buFont typeface="Plantagenet Cherokee"/>
              <a:buAutoNum type="arabicPeriod"/>
            </a:pPr>
            <a:r>
              <a:rPr b="0" lang="en-US" sz="1800" spc="-1" strike="noStrike">
                <a:solidFill>
                  <a:srgbClr val="514843"/>
                </a:solidFill>
                <a:latin typeface="Times New Roman"/>
              </a:rPr>
              <a:t>Sebagai penerapan ilmu yang didapat oleh penyusun selama masa perkuliahan</a:t>
            </a:r>
            <a:endParaRPr b="0" lang="en-US" sz="1800" spc="-1" strike="noStrike">
              <a:latin typeface="Arial"/>
            </a:endParaRPr>
          </a:p>
          <a:p>
            <a:pPr marL="343080" indent="-342360" algn="just">
              <a:lnSpc>
                <a:spcPct val="150000"/>
              </a:lnSpc>
              <a:tabLst>
                <a:tab algn="l" pos="0"/>
              </a:tabLst>
            </a:pPr>
            <a:endParaRPr b="0" lang="en-US" sz="1800" spc="-1" strike="noStrike">
              <a:latin typeface="Arial"/>
            </a:endParaRPr>
          </a:p>
        </p:txBody>
      </p:sp>
      <p:sp>
        <p:nvSpPr>
          <p:cNvPr id="257" name="CustomShape 11"/>
          <p:cNvSpPr/>
          <p:nvPr/>
        </p:nvSpPr>
        <p:spPr>
          <a:xfrm>
            <a:off x="477000" y="3098520"/>
            <a:ext cx="5148000" cy="1736280"/>
          </a:xfrm>
          <a:prstGeom prst="rect">
            <a:avLst/>
          </a:prstGeom>
          <a:noFill/>
          <a:ln>
            <a:noFill/>
          </a:ln>
        </p:spPr>
        <p:style>
          <a:lnRef idx="0"/>
          <a:fillRef idx="0"/>
          <a:effectRef idx="0"/>
          <a:fontRef idx="minor"/>
        </p:style>
        <p:txBody>
          <a:bodyPr lIns="90000" rIns="90000" tIns="45000" bIns="45000">
            <a:spAutoFit/>
          </a:bodyPr>
          <a:p>
            <a:pPr marL="55440" indent="-55080" algn="just">
              <a:lnSpc>
                <a:spcPct val="150000"/>
              </a:lnSpc>
              <a:tabLst>
                <a:tab algn="l" pos="0"/>
              </a:tabLst>
            </a:pPr>
            <a:r>
              <a:rPr b="0" lang="en-US" sz="1800" spc="-1" strike="noStrike">
                <a:solidFill>
                  <a:srgbClr val="514843"/>
                </a:solidFill>
                <a:latin typeface="Times New Roman"/>
              </a:rPr>
              <a:t> </a:t>
            </a:r>
            <a:r>
              <a:rPr b="0" lang="en-US" sz="1800" spc="-1" strike="noStrike">
                <a:solidFill>
                  <a:srgbClr val="514843"/>
                </a:solidFill>
                <a:latin typeface="Times New Roman"/>
              </a:rPr>
              <a:t>	</a:t>
            </a:r>
            <a:r>
              <a:rPr b="0" lang="en-US" sz="1800" spc="-1" strike="noStrike">
                <a:solidFill>
                  <a:srgbClr val="514843"/>
                </a:solidFill>
                <a:latin typeface="Times New Roman"/>
              </a:rPr>
              <a:t> </a:t>
            </a:r>
            <a:r>
              <a:rPr b="0" lang="en-US" sz="1800" spc="-1" strike="noStrike">
                <a:solidFill>
                  <a:srgbClr val="514843"/>
                </a:solidFill>
                <a:latin typeface="Times New Roman"/>
              </a:rPr>
              <a:t>Tujuan dari penelitian ini adalah menghasilkan sistem perekrutan pegawai dengan mengimplementasikan metode </a:t>
            </a:r>
            <a:r>
              <a:rPr b="0" i="1" lang="en-US" sz="1800" spc="-1" strike="noStrike">
                <a:solidFill>
                  <a:srgbClr val="514843"/>
                </a:solidFill>
                <a:latin typeface="Times New Roman"/>
              </a:rPr>
              <a:t>Jaccard Similarity</a:t>
            </a:r>
            <a:r>
              <a:rPr b="0" lang="en-US" sz="1800" spc="-1" strike="noStrike">
                <a:solidFill>
                  <a:srgbClr val="514843"/>
                </a:solidFill>
                <a:latin typeface="Times New Roman"/>
              </a:rPr>
              <a:t> sebagai pengukuran dalam perekrutan</a:t>
            </a:r>
            <a:endParaRPr b="0" lang="en-US" sz="1800" spc="-1" strike="noStrike">
              <a:latin typeface="Arial"/>
            </a:endParaRPr>
          </a:p>
        </p:txBody>
      </p:sp>
      <p:sp>
        <p:nvSpPr>
          <p:cNvPr id="258" name="CustomShape 12"/>
          <p:cNvSpPr/>
          <p:nvPr/>
        </p:nvSpPr>
        <p:spPr>
          <a:xfrm>
            <a:off x="6719400" y="4154400"/>
            <a:ext cx="5250600" cy="173628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50000"/>
              </a:lnSpc>
              <a:buClr>
                <a:srgbClr val="514843"/>
              </a:buClr>
              <a:buFont typeface="Plantagenet Cherokee"/>
              <a:buAutoNum type="arabicPeriod"/>
            </a:pPr>
            <a:r>
              <a:rPr b="0" lang="en-US" sz="1800" spc="-1" strike="noStrike">
                <a:solidFill>
                  <a:srgbClr val="514843"/>
                </a:solidFill>
                <a:latin typeface="Times New Roman"/>
              </a:rPr>
              <a:t>Pada sistem yang dibangun  menggunakan metode </a:t>
            </a:r>
            <a:r>
              <a:rPr b="0" i="1" lang="en-US" sz="1800" spc="-1" strike="noStrike">
                <a:solidFill>
                  <a:srgbClr val="514843"/>
                </a:solidFill>
                <a:latin typeface="Times New Roman"/>
              </a:rPr>
              <a:t>Jaccard Similarity</a:t>
            </a:r>
            <a:r>
              <a:rPr b="0" lang="en-US" sz="1800" spc="-1" strike="noStrike">
                <a:solidFill>
                  <a:srgbClr val="514843"/>
                </a:solidFill>
                <a:latin typeface="Times New Roman"/>
              </a:rPr>
              <a:t>.</a:t>
            </a:r>
            <a:endParaRPr b="0" lang="en-US" sz="1800" spc="-1" strike="noStrike">
              <a:latin typeface="Arial"/>
            </a:endParaRPr>
          </a:p>
          <a:p>
            <a:pPr marL="343080" indent="-342360" algn="just">
              <a:lnSpc>
                <a:spcPct val="150000"/>
              </a:lnSpc>
              <a:buClr>
                <a:srgbClr val="514843"/>
              </a:buClr>
              <a:buFont typeface="Plantagenet Cherokee"/>
              <a:buAutoNum type="arabicPeriod"/>
            </a:pPr>
            <a:r>
              <a:rPr b="0" lang="en-US" sz="1800" spc="-1" strike="noStrike">
                <a:solidFill>
                  <a:srgbClr val="514843"/>
                </a:solidFill>
                <a:latin typeface="Times New Roman"/>
              </a:rPr>
              <a:t>Sistem ini menggunakan bahasa pemrograman </a:t>
            </a:r>
            <a:r>
              <a:rPr b="0" i="1" lang="en-US" sz="1800" spc="-1" strike="noStrike">
                <a:solidFill>
                  <a:srgbClr val="514843"/>
                </a:solidFill>
                <a:latin typeface="Times New Roman"/>
              </a:rPr>
              <a:t>PHP </a:t>
            </a:r>
            <a:r>
              <a:rPr b="0" lang="en-US" sz="1800" spc="-1" strike="noStrike">
                <a:solidFill>
                  <a:srgbClr val="514843"/>
                </a:solidFill>
                <a:latin typeface="Times New Roman"/>
              </a:rPr>
              <a:t>dan berbasis Web. </a:t>
            </a: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TextShape 1"/>
          <p:cNvSpPr txBox="1"/>
          <p:nvPr/>
        </p:nvSpPr>
        <p:spPr>
          <a:xfrm>
            <a:off x="1060560" y="3269880"/>
            <a:ext cx="10070640" cy="1351440"/>
          </a:xfrm>
          <a:prstGeom prst="rect">
            <a:avLst/>
          </a:prstGeom>
          <a:noFill/>
          <a:ln>
            <a:noFill/>
          </a:ln>
        </p:spPr>
        <p:txBody>
          <a:bodyPr lIns="0" rIns="0" anchor="ctr">
            <a:normAutofit/>
          </a:bodyPr>
          <a:p>
            <a:pPr algn="ctr">
              <a:lnSpc>
                <a:spcPct val="90000"/>
              </a:lnSpc>
            </a:pPr>
            <a:r>
              <a:rPr b="0" lang="en-US" sz="6000" spc="-1" strike="noStrike" cap="all">
                <a:solidFill>
                  <a:srgbClr val="ffffff"/>
                </a:solidFill>
                <a:latin typeface="Plantagenet Cherokee"/>
              </a:rPr>
              <a:t>BAB 2 Tinjauan pustaka</a:t>
            </a:r>
            <a:endParaRPr b="0" lang="en-US" sz="6000" spc="-1" strike="noStrike">
              <a:solidFill>
                <a:srgbClr val="514843"/>
              </a:solidFill>
              <a:latin typeface="Euphemia"/>
            </a:endParaRPr>
          </a:p>
        </p:txBody>
      </p:sp>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CustomShape 1"/>
          <p:cNvSpPr/>
          <p:nvPr/>
        </p:nvSpPr>
        <p:spPr>
          <a:xfrm>
            <a:off x="267840" y="234000"/>
            <a:ext cx="327600" cy="26784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61" name="CustomShape 2"/>
          <p:cNvSpPr/>
          <p:nvPr/>
        </p:nvSpPr>
        <p:spPr>
          <a:xfrm>
            <a:off x="688680" y="220320"/>
            <a:ext cx="333936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D" sz="2400" spc="-1" strike="noStrike">
                <a:solidFill>
                  <a:srgbClr val="514843"/>
                </a:solidFill>
                <a:latin typeface="Times New Roman"/>
              </a:rPr>
              <a:t>Penelitian Terkait</a:t>
            </a:r>
            <a:endParaRPr b="0" lang="en-US" sz="2400" spc="-1" strike="noStrike">
              <a:latin typeface="Arial"/>
            </a:endParaRPr>
          </a:p>
        </p:txBody>
      </p:sp>
      <p:graphicFrame>
        <p:nvGraphicFramePr>
          <p:cNvPr id="262" name="Table 3"/>
          <p:cNvGraphicFramePr/>
          <p:nvPr/>
        </p:nvGraphicFramePr>
        <p:xfrm>
          <a:off x="694080" y="812520"/>
          <a:ext cx="10950840" cy="1482840"/>
        </p:xfrm>
        <a:graphic>
          <a:graphicData uri="http://schemas.openxmlformats.org/drawingml/2006/table">
            <a:tbl>
              <a:tblPr/>
              <a:tblGrid>
                <a:gridCol w="3614400"/>
                <a:gridCol w="2145600"/>
                <a:gridCol w="5190840"/>
              </a:tblGrid>
              <a:tr h="370800">
                <a:tc>
                  <a:txBody>
                    <a:bodyPr>
                      <a:noAutofit/>
                    </a:bodyPr>
                    <a:p>
                      <a:pPr algn="just">
                        <a:lnSpc>
                          <a:spcPct val="100000"/>
                        </a:lnSpc>
                      </a:pPr>
                      <a:r>
                        <a:rPr b="1" lang="en-US" sz="1800" spc="-1" strike="noStrike">
                          <a:solidFill>
                            <a:srgbClr val="514843"/>
                          </a:solidFill>
                          <a:latin typeface="Euphemia"/>
                        </a:rPr>
                        <a:t>Judul Penelitian</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just">
                        <a:lnSpc>
                          <a:spcPct val="100000"/>
                        </a:lnSpc>
                      </a:pPr>
                      <a:r>
                        <a:rPr b="1" lang="en-US" sz="1800" spc="-1" strike="noStrike">
                          <a:solidFill>
                            <a:srgbClr val="514843"/>
                          </a:solidFill>
                          <a:latin typeface="Euphemia"/>
                        </a:rPr>
                        <a:t>Penulis</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just">
                        <a:lnSpc>
                          <a:spcPct val="100000"/>
                        </a:lnSpc>
                      </a:pPr>
                      <a:r>
                        <a:rPr b="1" lang="en-US" sz="1800" spc="-1" strike="noStrike">
                          <a:solidFill>
                            <a:srgbClr val="514843"/>
                          </a:solidFill>
                          <a:latin typeface="Euphemia"/>
                        </a:rPr>
                        <a:t>Hasil Penelitian</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370800">
                <a:tc>
                  <a:txBody>
                    <a:bodyPr>
                      <a:noAutofit/>
                    </a:bodyPr>
                    <a:p>
                      <a:pPr>
                        <a:lnSpc>
                          <a:spcPct val="100000"/>
                        </a:lnSpc>
                      </a:pPr>
                      <a:r>
                        <a:rPr b="0" lang="en-US" sz="1800" spc="-1" strike="noStrike">
                          <a:solidFill>
                            <a:srgbClr val="514843"/>
                          </a:solidFill>
                          <a:latin typeface="Euphemia"/>
                        </a:rPr>
                        <a:t>Implementasi Metode </a:t>
                      </a:r>
                      <a:r>
                        <a:rPr b="0" i="1" lang="en-US" sz="1800" spc="-1" strike="noStrike">
                          <a:solidFill>
                            <a:srgbClr val="514843"/>
                          </a:solidFill>
                          <a:latin typeface="Euphemia"/>
                        </a:rPr>
                        <a:t>Jaccard Similarty</a:t>
                      </a:r>
                      <a:r>
                        <a:rPr b="0" lang="en-US" sz="1800" spc="-1" strike="noStrike">
                          <a:solidFill>
                            <a:srgbClr val="514843"/>
                          </a:solidFill>
                          <a:latin typeface="Euphemia"/>
                        </a:rPr>
                        <a:t> pada aplikasi pencarian lirik lagu</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nSpc>
                          <a:spcPct val="100000"/>
                        </a:lnSpc>
                      </a:pPr>
                      <a:r>
                        <a:rPr b="0" lang="en-US" sz="1800" spc="-1" strike="noStrike">
                          <a:solidFill>
                            <a:srgbClr val="514843"/>
                          </a:solidFill>
                          <a:latin typeface="Euphemia"/>
                        </a:rPr>
                        <a:t>Alif Ro’is, 2018</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nSpc>
                          <a:spcPct val="100000"/>
                        </a:lnSpc>
                      </a:pPr>
                      <a:r>
                        <a:rPr b="0" lang="en-US" sz="1800" spc="-1" strike="noStrike">
                          <a:solidFill>
                            <a:srgbClr val="514843"/>
                          </a:solidFill>
                          <a:latin typeface="Euphemia"/>
                        </a:rPr>
                        <a:t>Hasil uji coba dari satu lagu dengan pencaian kata “jatuh hati karena mu” mendapatkan keakuratan nilai 0.05797101.</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370800">
                <a:tc>
                  <a:txBody>
                    <a:bodyPr>
                      <a:noAutofit/>
                    </a:bodyPr>
                    <a:p>
                      <a:pPr>
                        <a:lnSpc>
                          <a:spcPct val="100000"/>
                        </a:lnSpc>
                      </a:pPr>
                      <a:r>
                        <a:rPr b="0" lang="en-US" sz="1800" spc="-1" strike="noStrike">
                          <a:solidFill>
                            <a:srgbClr val="514843"/>
                          </a:solidFill>
                          <a:latin typeface="Euphemia"/>
                        </a:rPr>
                        <a:t>sistem pendukung keputusan penerimaan pegawai menggunakan metode ahp (</a:t>
                      </a:r>
                      <a:r>
                        <a:rPr b="0" i="1" lang="en-US" sz="1800" spc="-1" strike="noStrike">
                          <a:solidFill>
                            <a:srgbClr val="514843"/>
                          </a:solidFill>
                          <a:latin typeface="Euphemia"/>
                        </a:rPr>
                        <a:t>analytical hierarchy process</a:t>
                      </a:r>
                      <a:r>
                        <a:rPr b="0" lang="en-US" sz="1800" spc="-1" strike="noStrike">
                          <a:solidFill>
                            <a:srgbClr val="514843"/>
                          </a:solidFill>
                          <a:latin typeface="Euphemia"/>
                        </a:rPr>
                        <a:t>) hotel RC di palembang</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nSpc>
                          <a:spcPct val="100000"/>
                        </a:lnSpc>
                      </a:pPr>
                      <a:r>
                        <a:rPr b="0" lang="en-US" sz="1800" spc="-1" strike="noStrike">
                          <a:solidFill>
                            <a:srgbClr val="514843"/>
                          </a:solidFill>
                          <a:latin typeface="Euphemia"/>
                        </a:rPr>
                        <a:t>Yulistia, 2020</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nSpc>
                          <a:spcPct val="100000"/>
                        </a:lnSpc>
                      </a:pPr>
                      <a:r>
                        <a:rPr b="0" lang="en-US" sz="1800" spc="-1" strike="noStrike">
                          <a:solidFill>
                            <a:srgbClr val="514843"/>
                          </a:solidFill>
                          <a:latin typeface="Euphemia"/>
                        </a:rPr>
                        <a:t>Hasil dari   penelitian tersebut  adalah menghasilkan sebuah sistem penerimaan  pegawai   yang   dapat   membantu perusahaan  mengambil  keputusan  dalam  merekrut  karyawan  yang  tepat  sesuai  dengan  kriteria yang  diinginkan dengan  unsur  pertimbangan  subjektif  dan  berdasarkan  data  secara  objektif.</a:t>
                      </a:r>
                      <a:endParaRPr b="0" lang="en-US" sz="1800" spc="-1" strike="noStrike">
                        <a:latin typeface="Arial"/>
                      </a:endParaRPr>
                    </a:p>
                    <a:p>
                      <a:pPr>
                        <a:lnSpc>
                          <a:spcPct val="100000"/>
                        </a:lnSpc>
                      </a:pP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370800">
                <a:tc>
                  <a:txBody>
                    <a:bodyPr>
                      <a:noAutofit/>
                    </a:bodyPr>
                    <a:p>
                      <a:pPr>
                        <a:lnSpc>
                          <a:spcPct val="100000"/>
                        </a:lnSpc>
                      </a:pPr>
                      <a:r>
                        <a:rPr b="0" lang="en-US" sz="1800" spc="-1" strike="noStrike">
                          <a:solidFill>
                            <a:srgbClr val="514843"/>
                          </a:solidFill>
                          <a:latin typeface="Euphemia"/>
                        </a:rPr>
                        <a:t>implementasi metode </a:t>
                      </a:r>
                      <a:r>
                        <a:rPr b="0" i="1" lang="en-US" sz="1800" spc="-1" strike="noStrike">
                          <a:solidFill>
                            <a:srgbClr val="514843"/>
                          </a:solidFill>
                          <a:latin typeface="Euphemia"/>
                        </a:rPr>
                        <a:t>simple additive weighting </a:t>
                      </a:r>
                      <a:r>
                        <a:rPr b="0" lang="en-US" sz="1800" spc="-1" strike="noStrike">
                          <a:solidFill>
                            <a:srgbClr val="514843"/>
                          </a:solidFill>
                          <a:latin typeface="Euphemia"/>
                        </a:rPr>
                        <a:t>dalam perekrutan pegawai (studi kasus kantor kesatuan bangsa dan politik wonosobo). </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nSpc>
                          <a:spcPct val="100000"/>
                        </a:lnSpc>
                      </a:pPr>
                      <a:r>
                        <a:rPr b="0" lang="en-US" sz="1800" spc="-1" strike="noStrike">
                          <a:solidFill>
                            <a:srgbClr val="514843"/>
                          </a:solidFill>
                          <a:latin typeface="Euphemia"/>
                        </a:rPr>
                        <a:t>Andre Pratama Putra, 2019</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nSpc>
                          <a:spcPct val="100000"/>
                        </a:lnSpc>
                        <a:tabLst>
                          <a:tab algn="l" pos="0"/>
                        </a:tabLst>
                      </a:pPr>
                      <a:r>
                        <a:rPr b="0" lang="en-US" sz="1800" spc="-1" strike="noStrike">
                          <a:solidFill>
                            <a:srgbClr val="514843"/>
                          </a:solidFill>
                          <a:latin typeface="Euphemia"/>
                        </a:rPr>
                        <a:t>Hasil dari penelitian tersebut adalah menghasilkan sistem perekrutan pegawai berbasis web. </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bl>
          </a:graphicData>
        </a:graphic>
      </p:graphicFrame>
    </p:spTree>
  </p:cSld>
  <p:transition spd="slow">
    <p:wipe dir="l"/>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CustomShape 1"/>
          <p:cNvSpPr/>
          <p:nvPr/>
        </p:nvSpPr>
        <p:spPr>
          <a:xfrm>
            <a:off x="576360" y="248400"/>
            <a:ext cx="357480" cy="33768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64" name="CustomShape 2"/>
          <p:cNvSpPr/>
          <p:nvPr/>
        </p:nvSpPr>
        <p:spPr>
          <a:xfrm>
            <a:off x="1079280" y="2293920"/>
            <a:ext cx="318024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D" sz="2000" spc="-1" strike="noStrike">
                <a:solidFill>
                  <a:srgbClr val="514843"/>
                </a:solidFill>
                <a:latin typeface="Times New Roman"/>
              </a:rPr>
              <a:t>Rekrutmen</a:t>
            </a:r>
            <a:endParaRPr b="0" lang="en-US" sz="2000" spc="-1" strike="noStrike">
              <a:latin typeface="Arial"/>
            </a:endParaRPr>
          </a:p>
        </p:txBody>
      </p:sp>
      <p:sp>
        <p:nvSpPr>
          <p:cNvPr id="265" name="CustomShape 3"/>
          <p:cNvSpPr/>
          <p:nvPr/>
        </p:nvSpPr>
        <p:spPr>
          <a:xfrm>
            <a:off x="1138680" y="2791080"/>
            <a:ext cx="10110600" cy="374724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	</a:t>
            </a:r>
            <a:r>
              <a:rPr b="0" lang="en-US" sz="2000" spc="-1" strike="noStrike">
                <a:solidFill>
                  <a:srgbClr val="514843"/>
                </a:solidFill>
                <a:latin typeface="Times New Roman"/>
              </a:rPr>
              <a:t>Menurut (Desler, 2010) perekrutan adalah hal yang lebih kompleks dari apa yang dipikirkan oleh seorang manajer. Kegiatan ini tidak hanya melibatkan penempatan iklan atau memanggil agen pekerjaan. Upaya perekrutan harus sesuai dengan rencana strategis perusahaan. Keberhasilan rekrutmen bergantung pada luasan area masalah dan kebijakan nonrekrutment Sumber Daya Manusia. Yang terpenting dalam perekrutan adalah rencana perekrutan dan dana rencana Sumber Daya Manusia secara umum harus konsisten secara internal, dan sesuai dengan strategis perusahaan.</a:t>
            </a:r>
            <a:endParaRPr b="0" lang="en-US" sz="2000" spc="-1" strike="noStrike">
              <a:latin typeface="Arial"/>
            </a:endParaRPr>
          </a:p>
          <a:p>
            <a:pPr algn="just">
              <a:lnSpc>
                <a:spcPct val="150000"/>
              </a:lnSpc>
            </a:pPr>
            <a:endParaRPr b="0" lang="en-US" sz="2000" spc="-1" strike="noStrike">
              <a:latin typeface="Arial"/>
            </a:endParaRPr>
          </a:p>
        </p:txBody>
      </p:sp>
      <p:sp>
        <p:nvSpPr>
          <p:cNvPr id="266" name="CustomShape 4"/>
          <p:cNvSpPr/>
          <p:nvPr/>
        </p:nvSpPr>
        <p:spPr>
          <a:xfrm>
            <a:off x="483840" y="2311200"/>
            <a:ext cx="357480" cy="33768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67" name="CustomShape 5"/>
          <p:cNvSpPr/>
          <p:nvPr/>
        </p:nvSpPr>
        <p:spPr>
          <a:xfrm>
            <a:off x="954000" y="196200"/>
            <a:ext cx="289188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D" sz="2000" spc="-1" strike="noStrike">
                <a:solidFill>
                  <a:srgbClr val="514843"/>
                </a:solidFill>
                <a:latin typeface="Times New Roman"/>
              </a:rPr>
              <a:t>Sistem </a:t>
            </a:r>
            <a:endParaRPr b="0" lang="en-US" sz="2000" spc="-1" strike="noStrike">
              <a:latin typeface="Arial"/>
            </a:endParaRPr>
          </a:p>
        </p:txBody>
      </p:sp>
      <p:sp>
        <p:nvSpPr>
          <p:cNvPr id="268" name="CustomShape 6"/>
          <p:cNvSpPr/>
          <p:nvPr/>
        </p:nvSpPr>
        <p:spPr>
          <a:xfrm>
            <a:off x="1083240" y="711000"/>
            <a:ext cx="10203840" cy="173556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1800" spc="-1" strike="noStrike">
                <a:solidFill>
                  <a:srgbClr val="514843"/>
                </a:solidFill>
                <a:latin typeface="Times New Roman"/>
              </a:rPr>
              <a:t>	</a:t>
            </a:r>
            <a:r>
              <a:rPr b="0" lang="en-US" sz="1800" spc="-1" strike="noStrike">
                <a:solidFill>
                  <a:srgbClr val="514843"/>
                </a:solidFill>
                <a:latin typeface="Times New Roman"/>
              </a:rPr>
              <a:t>Menurut Fery Wongso (2016 : 163) “Sistem adalah kumpulan atau rangkaian komponen-komponen yang saling berhubungan, bekerja sama dan saling berinteraksi untuk mencapai suatu tujuan dengan melalui tiga tahapan </a:t>
            </a:r>
            <a:r>
              <a:rPr b="0" i="1" lang="en-US" sz="1800" spc="-1" strike="noStrike">
                <a:solidFill>
                  <a:srgbClr val="514843"/>
                </a:solidFill>
                <a:latin typeface="Times New Roman"/>
              </a:rPr>
              <a:t>input </a:t>
            </a:r>
            <a:r>
              <a:rPr b="0" lang="en-US" sz="1800" spc="-1" strike="noStrike">
                <a:solidFill>
                  <a:srgbClr val="514843"/>
                </a:solidFill>
                <a:latin typeface="Times New Roman"/>
              </a:rPr>
              <a:t>(masuk), proses dan </a:t>
            </a:r>
            <a:r>
              <a:rPr b="0" i="1" lang="en-US" sz="1800" spc="-1" strike="noStrike">
                <a:solidFill>
                  <a:srgbClr val="514843"/>
                </a:solidFill>
                <a:latin typeface="Times New Roman"/>
              </a:rPr>
              <a:t>output</a:t>
            </a:r>
            <a:r>
              <a:rPr b="0" lang="en-US" sz="1800" spc="-1" strike="noStrike">
                <a:solidFill>
                  <a:srgbClr val="514843"/>
                </a:solidFill>
                <a:latin typeface="Times New Roman"/>
              </a:rPr>
              <a:t> (keluar)”.</a:t>
            </a:r>
            <a:endParaRPr b="0" lang="en-US" sz="1800" spc="-1" strike="noStrike">
              <a:latin typeface="Arial"/>
            </a:endParaRPr>
          </a:p>
          <a:p>
            <a:pPr algn="just">
              <a:lnSpc>
                <a:spcPct val="150000"/>
              </a:lnSpc>
            </a:pPr>
            <a:endParaRPr b="0" lang="en-US" sz="1800" spc="-1" strike="noStrike">
              <a:latin typeface="Arial"/>
            </a:endParaRPr>
          </a:p>
        </p:txBody>
      </p:sp>
    </p:spTree>
  </p:cSld>
  <p:transition spd="slow">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CustomShape 1"/>
          <p:cNvSpPr/>
          <p:nvPr/>
        </p:nvSpPr>
        <p:spPr>
          <a:xfrm>
            <a:off x="576360" y="248400"/>
            <a:ext cx="357480" cy="33768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70" name="CustomShape 2"/>
          <p:cNvSpPr/>
          <p:nvPr/>
        </p:nvSpPr>
        <p:spPr>
          <a:xfrm>
            <a:off x="1098360" y="666720"/>
            <a:ext cx="10151280" cy="329076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	</a:t>
            </a:r>
            <a:r>
              <a:rPr b="0" lang="en-US" sz="2000" spc="-1" strike="noStrike">
                <a:solidFill>
                  <a:srgbClr val="514843"/>
                </a:solidFill>
                <a:latin typeface="Times New Roman"/>
              </a:rPr>
              <a:t> </a:t>
            </a:r>
            <a:r>
              <a:rPr b="0" lang="en-US" sz="2000" spc="-1" strike="noStrike">
                <a:solidFill>
                  <a:srgbClr val="514843"/>
                </a:solidFill>
                <a:latin typeface="Times New Roman"/>
              </a:rPr>
              <a:t>Pegawai menurut (Mardiasmo, 2011) adalah orang pribadi yang bekerja pada pemberi kerja baik sebagai pegawai tetap atau pegawai tidak tetap/tenaga kerja lepas berdasarkan perjanjian atau kesepakatan kerja baik secara tertulis maupun tidak tertulis, untuk melaksanakan suatu pekerjaan dalam jabatan atau kegiatan tertentu dengan memperoleh imbalan yang dibayarkan berdasarkan periode tertentu, penyelesaian pekerjaan atau ketentuan lain yang ditetapkan pemberi kerja, termasuk orang pribadi yang melakukan pekerjaan dalam jabatan negeri atau badan usaha milik negara atau badan milik daerah.</a:t>
            </a:r>
            <a:endParaRPr b="0" lang="en-US" sz="2000" spc="-1" strike="noStrike">
              <a:latin typeface="Arial"/>
            </a:endParaRPr>
          </a:p>
        </p:txBody>
      </p:sp>
      <p:sp>
        <p:nvSpPr>
          <p:cNvPr id="271" name="CustomShape 3"/>
          <p:cNvSpPr/>
          <p:nvPr/>
        </p:nvSpPr>
        <p:spPr>
          <a:xfrm>
            <a:off x="954000" y="196200"/>
            <a:ext cx="289188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D" sz="2000" spc="-1" strike="noStrike">
                <a:solidFill>
                  <a:srgbClr val="514843"/>
                </a:solidFill>
                <a:latin typeface="Times New Roman"/>
              </a:rPr>
              <a:t>Pegawai </a:t>
            </a:r>
            <a:endParaRPr b="0" lang="en-US" sz="2000" spc="-1" strike="noStrike">
              <a:latin typeface="Arial"/>
            </a:endParaRPr>
          </a:p>
        </p:txBody>
      </p:sp>
    </p:spTree>
  </p:cSld>
  <p:transition spd="slow">
    <p:wipe dir="l"/>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TextShape 1"/>
          <p:cNvSpPr txBox="1"/>
          <p:nvPr/>
        </p:nvSpPr>
        <p:spPr>
          <a:xfrm>
            <a:off x="1659960" y="3240000"/>
            <a:ext cx="10070640" cy="1351440"/>
          </a:xfrm>
          <a:prstGeom prst="rect">
            <a:avLst/>
          </a:prstGeom>
          <a:noFill/>
          <a:ln>
            <a:noFill/>
          </a:ln>
        </p:spPr>
        <p:txBody>
          <a:bodyPr lIns="0" rIns="0" anchor="ctr">
            <a:normAutofit fontScale="69000"/>
          </a:bodyPr>
          <a:p>
            <a:pPr algn="ctr">
              <a:lnSpc>
                <a:spcPct val="90000"/>
              </a:lnSpc>
            </a:pPr>
            <a:r>
              <a:rPr b="0" lang="en-US" sz="6000" spc="-1" strike="noStrike" cap="all">
                <a:solidFill>
                  <a:srgbClr val="ffffff"/>
                </a:solidFill>
                <a:latin typeface="Plantagenet Cherokee"/>
              </a:rPr>
              <a:t>BAB 3 Metode penelitian</a:t>
            </a:r>
            <a:endParaRPr b="0" lang="en-US" sz="6000" spc="-1" strike="noStrike">
              <a:solidFill>
                <a:srgbClr val="514843"/>
              </a:solidFill>
              <a:latin typeface="Euphemia"/>
            </a:endParaRPr>
          </a:p>
        </p:txBody>
      </p:sp>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308160" y="327960"/>
            <a:ext cx="327600" cy="26784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74" name="CustomShape 2"/>
          <p:cNvSpPr/>
          <p:nvPr/>
        </p:nvSpPr>
        <p:spPr>
          <a:xfrm>
            <a:off x="715680" y="327960"/>
            <a:ext cx="333936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ID" sz="1800" spc="-1" strike="noStrike">
                <a:solidFill>
                  <a:srgbClr val="514843"/>
                </a:solidFill>
                <a:latin typeface="Times New Roman"/>
              </a:rPr>
              <a:t>Waktu dan Tempat Penelitian</a:t>
            </a:r>
            <a:endParaRPr b="0" lang="en-US" sz="1800" spc="-1" strike="noStrike">
              <a:latin typeface="Arial"/>
            </a:endParaRPr>
          </a:p>
        </p:txBody>
      </p:sp>
      <p:sp>
        <p:nvSpPr>
          <p:cNvPr id="275" name="CustomShape 3"/>
          <p:cNvSpPr/>
          <p:nvPr/>
        </p:nvSpPr>
        <p:spPr>
          <a:xfrm>
            <a:off x="715680" y="785160"/>
            <a:ext cx="10556640" cy="146196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	</a:t>
            </a:r>
            <a:r>
              <a:rPr b="0" lang="id-ID" sz="2000" spc="-1" strike="noStrike">
                <a:solidFill>
                  <a:srgbClr val="514843"/>
                </a:solidFill>
                <a:latin typeface="Times New Roman"/>
              </a:rPr>
              <a:t>Penelitian ini dilaksanakan dari bulan Januari</a:t>
            </a:r>
            <a:r>
              <a:rPr b="0" lang="en-US" sz="2000" spc="-1" strike="noStrike">
                <a:solidFill>
                  <a:srgbClr val="514843"/>
                </a:solidFill>
                <a:latin typeface="Times New Roman"/>
              </a:rPr>
              <a:t> 2022 </a:t>
            </a:r>
            <a:r>
              <a:rPr b="0" lang="id-ID" sz="2000" spc="-1" strike="noStrike">
                <a:solidFill>
                  <a:srgbClr val="514843"/>
                </a:solidFill>
                <a:latin typeface="Times New Roman"/>
              </a:rPr>
              <a:t>sampai Maret</a:t>
            </a:r>
            <a:r>
              <a:rPr b="0" lang="en-US" sz="2000" spc="-1" strike="noStrike">
                <a:solidFill>
                  <a:srgbClr val="514843"/>
                </a:solidFill>
                <a:latin typeface="Times New Roman"/>
              </a:rPr>
              <a:t> </a:t>
            </a:r>
            <a:r>
              <a:rPr b="0" lang="id-ID" sz="2000" spc="-1" strike="noStrike">
                <a:solidFill>
                  <a:srgbClr val="514843"/>
                </a:solidFill>
                <a:latin typeface="Times New Roman"/>
              </a:rPr>
              <a:t>2022. Sedangkan tempat penelitian akan dilaksanakan di Laboratorium Komputasi Matematika Fakultas Matematika dan Ilmu Pengetahuan Alam Universitas Halu </a:t>
            </a:r>
            <a:r>
              <a:rPr b="0" lang="en-US" sz="2000" spc="-1" strike="noStrike">
                <a:solidFill>
                  <a:srgbClr val="514843"/>
                </a:solidFill>
                <a:latin typeface="Times New Roman"/>
              </a:rPr>
              <a:t>Oleo</a:t>
            </a:r>
            <a:endParaRPr b="0" lang="en-US" sz="2000" spc="-1" strike="noStrike">
              <a:latin typeface="Arial"/>
            </a:endParaRPr>
          </a:p>
        </p:txBody>
      </p:sp>
      <p:sp>
        <p:nvSpPr>
          <p:cNvPr id="276" name="CustomShape 4"/>
          <p:cNvSpPr/>
          <p:nvPr/>
        </p:nvSpPr>
        <p:spPr>
          <a:xfrm>
            <a:off x="336600" y="2936520"/>
            <a:ext cx="327600" cy="26784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77" name="CustomShape 5"/>
          <p:cNvSpPr/>
          <p:nvPr/>
        </p:nvSpPr>
        <p:spPr>
          <a:xfrm>
            <a:off x="861840" y="2796120"/>
            <a:ext cx="333936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514843"/>
                </a:solidFill>
                <a:latin typeface="Times New Roman"/>
              </a:rPr>
              <a:t>A</a:t>
            </a:r>
            <a:r>
              <a:rPr b="1" lang="en-ID" sz="1800" spc="-1" strike="noStrike">
                <a:solidFill>
                  <a:srgbClr val="514843"/>
                </a:solidFill>
                <a:latin typeface="Times New Roman"/>
              </a:rPr>
              <a:t>lat dan Bahan Penelitian</a:t>
            </a:r>
            <a:endParaRPr b="0" lang="en-US" sz="1800" spc="-1" strike="noStrike">
              <a:latin typeface="Arial"/>
            </a:endParaRPr>
          </a:p>
        </p:txBody>
      </p:sp>
      <p:graphicFrame>
        <p:nvGraphicFramePr>
          <p:cNvPr id="278" name="Table 6"/>
          <p:cNvGraphicFramePr/>
          <p:nvPr/>
        </p:nvGraphicFramePr>
        <p:xfrm>
          <a:off x="1717200" y="3658320"/>
          <a:ext cx="8127720" cy="2224800"/>
        </p:xfrm>
        <a:graphic>
          <a:graphicData uri="http://schemas.openxmlformats.org/drawingml/2006/table">
            <a:tbl>
              <a:tblPr/>
              <a:tblGrid>
                <a:gridCol w="4063680"/>
                <a:gridCol w="4064040"/>
              </a:tblGrid>
              <a:tr h="366120">
                <a:tc>
                  <a:txBody>
                    <a:bodyPr>
                      <a:noAutofit/>
                    </a:bodyPr>
                    <a:p>
                      <a:pPr algn="ctr">
                        <a:lnSpc>
                          <a:spcPct val="100000"/>
                        </a:lnSpc>
                      </a:pPr>
                      <a:r>
                        <a:rPr b="1" lang="en-US" sz="1800" spc="-1" strike="noStrike">
                          <a:solidFill>
                            <a:srgbClr val="514843"/>
                          </a:solidFill>
                          <a:latin typeface="Euphemia"/>
                        </a:rPr>
                        <a:t>Perangkat Keras</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ctr">
                        <a:lnSpc>
                          <a:spcPct val="100000"/>
                        </a:lnSpc>
                      </a:pPr>
                      <a:r>
                        <a:rPr b="1" lang="en-US" sz="1800" spc="-1" strike="noStrike">
                          <a:solidFill>
                            <a:srgbClr val="514843"/>
                          </a:solidFill>
                          <a:latin typeface="Euphemia"/>
                        </a:rPr>
                        <a:t>Perangkat Lunak</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640440">
                <a:tc>
                  <a:txBody>
                    <a:bodyPr>
                      <a:noAutofit/>
                    </a:bodyPr>
                    <a:p>
                      <a:pPr algn="ctr">
                        <a:lnSpc>
                          <a:spcPct val="100000"/>
                        </a:lnSpc>
                      </a:pPr>
                      <a:r>
                        <a:rPr b="0" lang="id-ID" sz="1800" spc="-1" strike="noStrike">
                          <a:solidFill>
                            <a:srgbClr val="514843"/>
                          </a:solidFill>
                          <a:latin typeface="Euphemia"/>
                        </a:rPr>
                        <a:t>Laptop HP 14-cm0094au</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ctr">
                        <a:lnSpc>
                          <a:spcPct val="100000"/>
                        </a:lnSpc>
                      </a:pPr>
                      <a:r>
                        <a:rPr b="0" i="1" lang="id-ID" sz="1800" spc="-1" strike="noStrike">
                          <a:solidFill>
                            <a:srgbClr val="514843"/>
                          </a:solidFill>
                          <a:latin typeface="Euphemia"/>
                        </a:rPr>
                        <a:t>OS windows</a:t>
                      </a:r>
                      <a:r>
                        <a:rPr b="0" lang="id-ID" sz="1800" spc="-1" strike="noStrike">
                          <a:solidFill>
                            <a:srgbClr val="514843"/>
                          </a:solidFill>
                          <a:latin typeface="Euphemia"/>
                        </a:rPr>
                        <a:t> 10 </a:t>
                      </a:r>
                      <a:r>
                        <a:rPr b="0" i="1" lang="id-ID" sz="1800" spc="-1" strike="noStrike">
                          <a:solidFill>
                            <a:srgbClr val="514843"/>
                          </a:solidFill>
                          <a:latin typeface="Euphemia"/>
                        </a:rPr>
                        <a:t>type system</a:t>
                      </a:r>
                      <a:r>
                        <a:rPr b="0" lang="id-ID" sz="1800" spc="-1" strike="noStrike">
                          <a:solidFill>
                            <a:srgbClr val="514843"/>
                          </a:solidFill>
                          <a:latin typeface="Euphemia"/>
                        </a:rPr>
                        <a:t> 64 bit</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366120">
                <a:tc>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ctr">
                        <a:lnSpc>
                          <a:spcPct val="100000"/>
                        </a:lnSpc>
                      </a:pPr>
                      <a:r>
                        <a:rPr b="0" i="1" lang="id-ID" sz="1800" spc="-1" strike="noStrike">
                          <a:solidFill>
                            <a:srgbClr val="514843"/>
                          </a:solidFill>
                          <a:latin typeface="Euphemia"/>
                        </a:rPr>
                        <a:t>Ms Word </a:t>
                      </a:r>
                      <a:r>
                        <a:rPr b="0" lang="id-ID" sz="1800" spc="-1" strike="noStrike">
                          <a:solidFill>
                            <a:srgbClr val="514843"/>
                          </a:solidFill>
                          <a:latin typeface="Euphemia"/>
                        </a:rPr>
                        <a:t>2010</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366120">
                <a:tc>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ctr">
                        <a:lnSpc>
                          <a:spcPct val="100000"/>
                        </a:lnSpc>
                      </a:pPr>
                      <a:r>
                        <a:rPr b="0" i="1" lang="id-ID" sz="1800" spc="-1" strike="noStrike">
                          <a:solidFill>
                            <a:srgbClr val="514843"/>
                          </a:solidFill>
                          <a:latin typeface="Euphemia"/>
                        </a:rPr>
                        <a:t>Xampp Control panel </a:t>
                      </a:r>
                      <a:r>
                        <a:rPr b="0" lang="id-ID" sz="1800" spc="-1" strike="noStrike">
                          <a:solidFill>
                            <a:srgbClr val="514843"/>
                          </a:solidFill>
                          <a:latin typeface="Euphemia"/>
                        </a:rPr>
                        <a:t>V 3.2.4</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366120">
                <a:tc>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ctr">
                        <a:lnSpc>
                          <a:spcPct val="100000"/>
                        </a:lnSpc>
                      </a:pPr>
                      <a:r>
                        <a:rPr b="0" i="1" lang="id-ID" sz="1800" spc="-1" strike="noStrike">
                          <a:solidFill>
                            <a:srgbClr val="514843"/>
                          </a:solidFill>
                          <a:latin typeface="Euphemia"/>
                        </a:rPr>
                        <a:t>Text Editor </a:t>
                      </a:r>
                      <a:r>
                        <a:rPr b="0" lang="id-ID" sz="1800" spc="-1" strike="noStrike">
                          <a:solidFill>
                            <a:srgbClr val="514843"/>
                          </a:solidFill>
                          <a:latin typeface="Euphemia"/>
                        </a:rPr>
                        <a:t>(</a:t>
                      </a:r>
                      <a:r>
                        <a:rPr b="0" i="1" lang="id-ID" sz="1800" spc="-1" strike="noStrike">
                          <a:solidFill>
                            <a:srgbClr val="514843"/>
                          </a:solidFill>
                          <a:latin typeface="Euphemia"/>
                        </a:rPr>
                        <a:t>Sublime text 3</a:t>
                      </a:r>
                      <a:r>
                        <a:rPr b="0" lang="id-ID" sz="1800" spc="-1" strike="noStrike">
                          <a:solidFill>
                            <a:srgbClr val="514843"/>
                          </a:solidFill>
                          <a:latin typeface="Euphemia"/>
                        </a:rPr>
                        <a:t>)</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r h="640440">
                <a:tc>
                  <a:tcPr marL="91440" marR="91440">
                    <a:lnL w="12240">
                      <a:solidFill>
                        <a:srgbClr val="514843"/>
                      </a:solidFill>
                    </a:lnL>
                    <a:lnR w="12240">
                      <a:solidFill>
                        <a:srgbClr val="514843"/>
                      </a:solidFill>
                    </a:lnR>
                    <a:lnT w="12240">
                      <a:solidFill>
                        <a:srgbClr val="514843"/>
                      </a:solidFill>
                    </a:lnT>
                    <a:lnB w="12240">
                      <a:solidFill>
                        <a:srgbClr val="514843"/>
                      </a:solidFill>
                    </a:lnB>
                    <a:noFill/>
                  </a:tcPr>
                </a:tc>
                <a:tc>
                  <a:txBody>
                    <a:bodyPr>
                      <a:noAutofit/>
                    </a:bodyPr>
                    <a:p>
                      <a:pPr algn="ctr">
                        <a:lnSpc>
                          <a:spcPct val="100000"/>
                        </a:lnSpc>
                      </a:pPr>
                      <a:r>
                        <a:rPr b="0" i="1" lang="id-ID" sz="1800" spc="-1" strike="noStrike">
                          <a:solidFill>
                            <a:srgbClr val="514843"/>
                          </a:solidFill>
                          <a:latin typeface="Euphemia"/>
                        </a:rPr>
                        <a:t>Web browser firefox </a:t>
                      </a:r>
                      <a:r>
                        <a:rPr b="0" lang="id-ID" sz="1800" spc="-1" strike="noStrike">
                          <a:solidFill>
                            <a:srgbClr val="514843"/>
                          </a:solidFill>
                          <a:latin typeface="Euphemia"/>
                        </a:rPr>
                        <a:t>dan</a:t>
                      </a:r>
                      <a:r>
                        <a:rPr b="0" i="1" lang="id-ID" sz="1800" spc="-1" strike="noStrike">
                          <a:solidFill>
                            <a:srgbClr val="514843"/>
                          </a:solidFill>
                          <a:latin typeface="Euphemia"/>
                        </a:rPr>
                        <a:t> Google chrome</a:t>
                      </a:r>
                      <a:endParaRPr b="0" lang="en-US" sz="1800" spc="-1" strike="noStrike">
                        <a:latin typeface="Arial"/>
                      </a:endParaRPr>
                    </a:p>
                  </a:txBody>
                  <a:tcPr marL="91440" marR="91440">
                    <a:lnL w="12240">
                      <a:solidFill>
                        <a:srgbClr val="514843"/>
                      </a:solidFill>
                    </a:lnL>
                    <a:lnR w="12240">
                      <a:solidFill>
                        <a:srgbClr val="514843"/>
                      </a:solidFill>
                    </a:lnR>
                    <a:lnT w="12240">
                      <a:solidFill>
                        <a:srgbClr val="514843"/>
                      </a:solidFill>
                    </a:lnT>
                    <a:lnB w="12240">
                      <a:solidFill>
                        <a:srgbClr val="514843"/>
                      </a:solidFill>
                    </a:lnB>
                    <a:noFill/>
                  </a:tcPr>
                </a:tc>
              </a:tr>
            </a:tbl>
          </a:graphicData>
        </a:graphic>
      </p:graphicFrame>
      <p:sp>
        <p:nvSpPr>
          <p:cNvPr id="279" name="CustomShape 7"/>
          <p:cNvSpPr/>
          <p:nvPr/>
        </p:nvSpPr>
        <p:spPr>
          <a:xfrm>
            <a:off x="3684960" y="3209760"/>
            <a:ext cx="444168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514843"/>
                </a:solidFill>
                <a:latin typeface="Times New Roman"/>
              </a:rPr>
              <a:t>Tabel 3.1 </a:t>
            </a:r>
            <a:r>
              <a:rPr b="0" lang="en-ID" sz="1800" spc="-1" strike="noStrike">
                <a:solidFill>
                  <a:srgbClr val="514843"/>
                </a:solidFill>
                <a:latin typeface="Times New Roman"/>
              </a:rPr>
              <a:t>Alat Dan Baha penelitian</a:t>
            </a:r>
            <a:endParaRPr b="0" lang="en-US" sz="1800" spc="-1" strike="noStrike">
              <a:latin typeface="Arial"/>
            </a:endParaRPr>
          </a:p>
        </p:txBody>
      </p:sp>
    </p:spTree>
  </p:cSld>
  <p:transition spd="slow">
    <p:wipe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CustomShape 1"/>
          <p:cNvSpPr/>
          <p:nvPr/>
        </p:nvSpPr>
        <p:spPr>
          <a:xfrm>
            <a:off x="308160" y="298080"/>
            <a:ext cx="327600" cy="26784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81" name="CustomShape 2"/>
          <p:cNvSpPr/>
          <p:nvPr/>
        </p:nvSpPr>
        <p:spPr>
          <a:xfrm>
            <a:off x="705600" y="236160"/>
            <a:ext cx="337896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solidFill>
                  <a:srgbClr val="514843"/>
                </a:solidFill>
                <a:latin typeface="Times New Roman"/>
              </a:rPr>
              <a:t>Jenis dan Sumber Data</a:t>
            </a:r>
            <a:endParaRPr b="0" lang="en-US" sz="2000" spc="-1" strike="noStrike">
              <a:latin typeface="Arial"/>
            </a:endParaRPr>
          </a:p>
        </p:txBody>
      </p:sp>
      <p:sp>
        <p:nvSpPr>
          <p:cNvPr id="282" name="CustomShape 3"/>
          <p:cNvSpPr/>
          <p:nvPr/>
        </p:nvSpPr>
        <p:spPr>
          <a:xfrm>
            <a:off x="218160" y="4717440"/>
            <a:ext cx="327600" cy="26784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83" name="CustomShape 4"/>
          <p:cNvSpPr/>
          <p:nvPr/>
        </p:nvSpPr>
        <p:spPr>
          <a:xfrm>
            <a:off x="810720" y="4636800"/>
            <a:ext cx="491292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solidFill>
                  <a:srgbClr val="514843"/>
                </a:solidFill>
                <a:latin typeface="Times New Roman"/>
              </a:rPr>
              <a:t>Metode Pengembangan</a:t>
            </a:r>
            <a:endParaRPr b="0" lang="en-US" sz="2000" spc="-1" strike="noStrike">
              <a:latin typeface="Arial"/>
            </a:endParaRPr>
          </a:p>
        </p:txBody>
      </p:sp>
      <p:sp>
        <p:nvSpPr>
          <p:cNvPr id="284" name="CustomShape 5"/>
          <p:cNvSpPr/>
          <p:nvPr/>
        </p:nvSpPr>
        <p:spPr>
          <a:xfrm>
            <a:off x="923400" y="5114160"/>
            <a:ext cx="10475640" cy="132408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id-ID" sz="1800" spc="-1" strike="noStrike">
                <a:solidFill>
                  <a:srgbClr val="514843"/>
                </a:solidFill>
                <a:latin typeface="Times New Roman"/>
              </a:rPr>
              <a:t>	</a:t>
            </a:r>
            <a:r>
              <a:rPr b="0" lang="en-US" sz="1800" spc="-1" strike="noStrike">
                <a:solidFill>
                  <a:srgbClr val="514843"/>
                </a:solidFill>
                <a:latin typeface="Times New Roman"/>
              </a:rPr>
              <a:t>Pada penelitian ini, peneliti menggunakan model </a:t>
            </a:r>
            <a:r>
              <a:rPr b="0" i="1" lang="en-US" sz="1800" spc="-1" strike="noStrike">
                <a:solidFill>
                  <a:srgbClr val="514843"/>
                </a:solidFill>
                <a:latin typeface="Times New Roman"/>
              </a:rPr>
              <a:t>waterfall</a:t>
            </a:r>
            <a:r>
              <a:rPr b="0" lang="en-US" sz="1800" spc="-1" strike="noStrike">
                <a:solidFill>
                  <a:srgbClr val="514843"/>
                </a:solidFill>
                <a:latin typeface="Times New Roman"/>
              </a:rPr>
              <a:t> dalam pengembangan sistem. Model </a:t>
            </a:r>
            <a:r>
              <a:rPr b="0" i="1" lang="en-US" sz="1800" spc="-1" strike="noStrike">
                <a:solidFill>
                  <a:srgbClr val="514843"/>
                </a:solidFill>
                <a:latin typeface="Times New Roman"/>
              </a:rPr>
              <a:t>waterfall</a:t>
            </a:r>
            <a:r>
              <a:rPr b="0" lang="en-US" sz="1800" spc="-1" strike="noStrike">
                <a:solidFill>
                  <a:srgbClr val="514843"/>
                </a:solidFill>
                <a:latin typeface="Times New Roman"/>
              </a:rPr>
              <a:t> memiliki beberapa tahapan yang berurut yaitu analisis kebutuhan (</a:t>
            </a:r>
            <a:r>
              <a:rPr b="0" i="1" lang="en-US" sz="1800" spc="-1" strike="noStrike">
                <a:solidFill>
                  <a:srgbClr val="514843"/>
                </a:solidFill>
                <a:latin typeface="Times New Roman"/>
              </a:rPr>
              <a:t>requirement</a:t>
            </a:r>
            <a:r>
              <a:rPr b="0" lang="en-US" sz="1800" spc="-1" strike="noStrike">
                <a:solidFill>
                  <a:srgbClr val="514843"/>
                </a:solidFill>
                <a:latin typeface="Times New Roman"/>
              </a:rPr>
              <a:t>), desain sistem (</a:t>
            </a:r>
            <a:r>
              <a:rPr b="0" i="1" lang="en-US" sz="1800" spc="-1" strike="noStrike">
                <a:solidFill>
                  <a:srgbClr val="514843"/>
                </a:solidFill>
                <a:latin typeface="Times New Roman"/>
              </a:rPr>
              <a:t>design system</a:t>
            </a:r>
            <a:r>
              <a:rPr b="0" lang="en-US" sz="1800" spc="-1" strike="noStrike">
                <a:solidFill>
                  <a:srgbClr val="514843"/>
                </a:solidFill>
                <a:latin typeface="Times New Roman"/>
              </a:rPr>
              <a:t>)</a:t>
            </a:r>
            <a:r>
              <a:rPr b="0" i="1" lang="en-US" sz="1800" spc="-1" strike="noStrike">
                <a:solidFill>
                  <a:srgbClr val="514843"/>
                </a:solidFill>
                <a:latin typeface="Times New Roman"/>
              </a:rPr>
              <a:t>, </a:t>
            </a:r>
            <a:r>
              <a:rPr b="0" lang="en-US" sz="1800" spc="-1" strike="noStrike">
                <a:solidFill>
                  <a:srgbClr val="514843"/>
                </a:solidFill>
                <a:latin typeface="Times New Roman"/>
              </a:rPr>
              <a:t>pengkodean (</a:t>
            </a:r>
            <a:r>
              <a:rPr b="0" i="1" lang="en-US" sz="1800" spc="-1" strike="noStrike">
                <a:solidFill>
                  <a:srgbClr val="514843"/>
                </a:solidFill>
                <a:latin typeface="Times New Roman"/>
              </a:rPr>
              <a:t>code</a:t>
            </a:r>
            <a:r>
              <a:rPr b="0" lang="en-US" sz="1800" spc="-1" strike="noStrike">
                <a:solidFill>
                  <a:srgbClr val="514843"/>
                </a:solidFill>
                <a:latin typeface="Times New Roman"/>
              </a:rPr>
              <a:t>)</a:t>
            </a:r>
            <a:r>
              <a:rPr b="0" i="1" lang="en-US" sz="1800" spc="-1" strike="noStrike">
                <a:solidFill>
                  <a:srgbClr val="514843"/>
                </a:solidFill>
                <a:latin typeface="Times New Roman"/>
              </a:rPr>
              <a:t>, </a:t>
            </a:r>
            <a:r>
              <a:rPr b="0" lang="en-US" sz="1800" spc="-1" strike="noStrike">
                <a:solidFill>
                  <a:srgbClr val="514843"/>
                </a:solidFill>
                <a:latin typeface="Times New Roman"/>
              </a:rPr>
              <a:t>dan penerapan/pengujian program.</a:t>
            </a:r>
            <a:endParaRPr b="0" lang="en-US" sz="1800" spc="-1" strike="noStrike">
              <a:latin typeface="Arial"/>
            </a:endParaRPr>
          </a:p>
        </p:txBody>
      </p:sp>
      <p:sp>
        <p:nvSpPr>
          <p:cNvPr id="285" name="CustomShape 6"/>
          <p:cNvSpPr/>
          <p:nvPr/>
        </p:nvSpPr>
        <p:spPr>
          <a:xfrm>
            <a:off x="889200" y="603000"/>
            <a:ext cx="10892880" cy="516528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id-ID" sz="1800" spc="-1" strike="noStrike">
                <a:solidFill>
                  <a:srgbClr val="514843"/>
                </a:solidFill>
                <a:latin typeface="Times New Roman"/>
              </a:rPr>
              <a:t>Pada penelitian ini, peneliti melakukan metode dalam pengumpuan data. Diantaranya yaitu :</a:t>
            </a:r>
            <a:endParaRPr b="0" lang="en-US" sz="1800" spc="-1" strike="noStrike">
              <a:latin typeface="Arial"/>
            </a:endParaRPr>
          </a:p>
          <a:p>
            <a:pPr>
              <a:lnSpc>
                <a:spcPct val="100000"/>
              </a:lnSpc>
            </a:pPr>
            <a:r>
              <a:rPr b="0" lang="en-US" sz="1800" spc="-1" strike="noStrike">
                <a:solidFill>
                  <a:srgbClr val="514843"/>
                </a:solidFill>
                <a:latin typeface="Times New Roman"/>
              </a:rPr>
              <a:t>a. Observasi</a:t>
            </a:r>
            <a:endParaRPr b="0" lang="en-US" sz="1800" spc="-1" strike="noStrike">
              <a:latin typeface="Arial"/>
            </a:endParaRPr>
          </a:p>
          <a:p>
            <a:pPr algn="just">
              <a:lnSpc>
                <a:spcPct val="150000"/>
              </a:lnSpc>
            </a:pPr>
            <a:r>
              <a:rPr b="0" lang="en-US" sz="1800" spc="-1" strike="noStrike">
                <a:solidFill>
                  <a:srgbClr val="514843"/>
                </a:solidFill>
                <a:latin typeface="Times New Roman"/>
              </a:rPr>
              <a:t>	</a:t>
            </a:r>
            <a:r>
              <a:rPr b="0" lang="en-US" sz="1800" spc="-1" strike="noStrike">
                <a:solidFill>
                  <a:srgbClr val="514843"/>
                </a:solidFill>
                <a:latin typeface="Times New Roman"/>
              </a:rPr>
              <a:t>Pada tahap ini, penulis melakukan peninjauan langsung serta mempelajari langsung tentang kriteria sistem perekrutan pegawai, Observasi dilakukan di Kota Kendari</a:t>
            </a:r>
            <a:endParaRPr b="0" lang="en-US" sz="1800" spc="-1" strike="noStrike">
              <a:latin typeface="Arial"/>
            </a:endParaRPr>
          </a:p>
          <a:p>
            <a:pPr>
              <a:lnSpc>
                <a:spcPct val="150000"/>
              </a:lnSpc>
            </a:pPr>
            <a:r>
              <a:rPr b="0" lang="en-US" sz="1800" spc="-1" strike="noStrike">
                <a:solidFill>
                  <a:srgbClr val="514843"/>
                </a:solidFill>
                <a:latin typeface="Times New Roman"/>
              </a:rPr>
              <a:t>b. Studi Pusaka</a:t>
            </a:r>
            <a:endParaRPr b="0" lang="en-US" sz="1800" spc="-1" strike="noStrike">
              <a:latin typeface="Arial"/>
            </a:endParaRPr>
          </a:p>
          <a:p>
            <a:pPr algn="just">
              <a:lnSpc>
                <a:spcPct val="150000"/>
              </a:lnSpc>
            </a:pPr>
            <a:r>
              <a:rPr b="0" lang="en-US" sz="1800" spc="-1" strike="noStrike">
                <a:solidFill>
                  <a:srgbClr val="514843"/>
                </a:solidFill>
                <a:latin typeface="Times New Roman"/>
              </a:rPr>
              <a:t>	</a:t>
            </a:r>
            <a:r>
              <a:rPr b="0" lang="en-US" sz="1800" spc="-1" strike="noStrike">
                <a:solidFill>
                  <a:srgbClr val="514843"/>
                </a:solidFill>
                <a:latin typeface="Times New Roman"/>
              </a:rPr>
              <a:t>Tahapan pengumpulan data pada penelitian ini yaitu melalui studi pustaka dengan mengumpulkan data dan informasi dari internet, buku-buku dan jurnal yang terkait dengan pokok pembahasan dalam penelitian ini.</a:t>
            </a:r>
            <a:endParaRPr b="0" lang="en-US" sz="1800" spc="-1" strike="noStrike">
              <a:latin typeface="Arial"/>
            </a:endParaRPr>
          </a:p>
          <a:p>
            <a:pPr>
              <a:lnSpc>
                <a:spcPct val="150000"/>
              </a:lnSpc>
            </a:pPr>
            <a:r>
              <a:rPr b="0" lang="en-US" sz="1800" spc="-1" strike="noStrike">
                <a:solidFill>
                  <a:srgbClr val="514843"/>
                </a:solidFill>
                <a:latin typeface="Times New Roman"/>
              </a:rPr>
              <a:t>c. wawancara</a:t>
            </a:r>
            <a:endParaRPr b="0" lang="en-US" sz="1800" spc="-1" strike="noStrike">
              <a:latin typeface="Arial"/>
            </a:endParaRPr>
          </a:p>
          <a:p>
            <a:pPr algn="just">
              <a:lnSpc>
                <a:spcPct val="150000"/>
              </a:lnSpc>
            </a:pPr>
            <a:r>
              <a:rPr b="0" lang="en-US" sz="1800" spc="-1" strike="noStrike">
                <a:solidFill>
                  <a:srgbClr val="514843"/>
                </a:solidFill>
                <a:latin typeface="Times New Roman"/>
              </a:rPr>
              <a:t>	</a:t>
            </a:r>
            <a:r>
              <a:rPr b="0" lang="en-US" sz="1800" spc="-1" strike="noStrike">
                <a:solidFill>
                  <a:srgbClr val="514843"/>
                </a:solidFill>
                <a:latin typeface="Times New Roman"/>
              </a:rPr>
              <a:t>Penulis melakukan wawancara terbuka dengan mengajukan pertanyaan ke salah satu pegawai terkait terkait dengan perekrutan pegawai.</a:t>
            </a:r>
            <a:endParaRPr b="0" lang="en-US" sz="1800" spc="-1" strike="noStrike">
              <a:latin typeface="Arial"/>
            </a:endParaRPr>
          </a:p>
          <a:p>
            <a:pPr algn="just">
              <a:lnSpc>
                <a:spcPct val="150000"/>
              </a:lnSpc>
              <a:tabLst>
                <a:tab algn="l" pos="182520"/>
                <a:tab algn="l" pos="268200"/>
              </a:tabLst>
            </a:pPr>
            <a:r>
              <a:rPr b="0" lang="en-US" sz="1800" spc="-1" strike="noStrike">
                <a:solidFill>
                  <a:srgbClr val="514843"/>
                </a:solidFill>
                <a:latin typeface="Times New Roman"/>
              </a:rPr>
              <a:t>.</a:t>
            </a:r>
            <a:endParaRPr b="0" lang="en-US" sz="1800" spc="-1" strike="noStrike">
              <a:latin typeface="Arial"/>
            </a:endParaRPr>
          </a:p>
          <a:p>
            <a:pPr algn="just">
              <a:lnSpc>
                <a:spcPct val="150000"/>
              </a:lnSpc>
              <a:tabLst>
                <a:tab algn="l" pos="182520"/>
                <a:tab algn="l" pos="268200"/>
              </a:tabLst>
            </a:pPr>
            <a:endParaRPr b="0" lang="en-US" sz="1800" spc="-1" strike="noStrike">
              <a:latin typeface="Arial"/>
            </a:endParaRPr>
          </a:p>
          <a:p>
            <a:pPr algn="just">
              <a:lnSpc>
                <a:spcPct val="150000"/>
              </a:lnSpc>
              <a:tabLst>
                <a:tab algn="l" pos="182520"/>
                <a:tab algn="l" pos="268200"/>
              </a:tabLst>
            </a:pPr>
            <a:endParaRPr b="0" lang="en-US" sz="1800" spc="-1" strike="noStrike">
              <a:latin typeface="Arial"/>
            </a:endParaRPr>
          </a:p>
        </p:txBody>
      </p:sp>
    </p:spTree>
  </p:cSld>
  <p:transition spd="slow">
    <p:wipe dir="l"/>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CustomShape 1"/>
          <p:cNvSpPr/>
          <p:nvPr/>
        </p:nvSpPr>
        <p:spPr>
          <a:xfrm>
            <a:off x="264960" y="287280"/>
            <a:ext cx="327240" cy="26748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87" name="CustomShape 2"/>
          <p:cNvSpPr/>
          <p:nvPr/>
        </p:nvSpPr>
        <p:spPr>
          <a:xfrm>
            <a:off x="705600" y="236160"/>
            <a:ext cx="337860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i="1" lang="en-US" sz="2000" spc="-1" strike="noStrike">
                <a:solidFill>
                  <a:srgbClr val="514843"/>
                </a:solidFill>
                <a:latin typeface="Euphemia"/>
              </a:rPr>
              <a:t>Modelling</a:t>
            </a:r>
            <a:endParaRPr b="0" lang="en-US" sz="2000" spc="-1" strike="noStrike">
              <a:latin typeface="Arial"/>
            </a:endParaRPr>
          </a:p>
        </p:txBody>
      </p:sp>
      <p:sp>
        <p:nvSpPr>
          <p:cNvPr id="288" name="CustomShape 3"/>
          <p:cNvSpPr/>
          <p:nvPr/>
        </p:nvSpPr>
        <p:spPr>
          <a:xfrm>
            <a:off x="831960" y="1656720"/>
            <a:ext cx="491256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2000" spc="-1" strike="noStrike">
                <a:solidFill>
                  <a:srgbClr val="514843"/>
                </a:solidFill>
                <a:latin typeface="Euphemia"/>
              </a:rPr>
              <a:t>Analisis Kebutuhan</a:t>
            </a:r>
            <a:endParaRPr b="0" lang="en-US" sz="2000" spc="-1" strike="noStrike">
              <a:latin typeface="Arial"/>
            </a:endParaRPr>
          </a:p>
        </p:txBody>
      </p:sp>
      <p:sp>
        <p:nvSpPr>
          <p:cNvPr id="289" name="CustomShape 4"/>
          <p:cNvSpPr/>
          <p:nvPr/>
        </p:nvSpPr>
        <p:spPr>
          <a:xfrm>
            <a:off x="1020240" y="2144880"/>
            <a:ext cx="10475280" cy="1461240"/>
          </a:xfrm>
          <a:prstGeom prst="rect">
            <a:avLst/>
          </a:prstGeom>
          <a:noFill/>
          <a:ln>
            <a:noFill/>
          </a:ln>
        </p:spPr>
        <p:style>
          <a:lnRef idx="0"/>
          <a:fillRef idx="0"/>
          <a:effectRef idx="0"/>
          <a:fontRef idx="minor"/>
        </p:style>
        <p:txBody>
          <a:bodyPr lIns="90000" rIns="90000" tIns="45000" bIns="45000">
            <a:spAutoFit/>
          </a:bodyPr>
          <a:p>
            <a:pPr lvl="7" marL="343080" indent="-342360" algn="just">
              <a:lnSpc>
                <a:spcPct val="150000"/>
              </a:lnSpc>
              <a:buClr>
                <a:srgbClr val="514843"/>
              </a:buClr>
              <a:buFont typeface="Plantagenet Cherokee"/>
              <a:buAutoNum type="arabicPeriod"/>
            </a:pPr>
            <a:r>
              <a:rPr b="0" lang="en-US" sz="2000" spc="-1" strike="noStrike">
                <a:solidFill>
                  <a:srgbClr val="514843"/>
                </a:solidFill>
                <a:latin typeface="Times New Roman"/>
              </a:rPr>
              <a:t>Sistem dapat digunakan untuk merekrut pegawai baru sesuai target kebutuhan</a:t>
            </a:r>
            <a:endParaRPr b="0" lang="en-US" sz="2000" spc="-1" strike="noStrike">
              <a:latin typeface="Arial"/>
            </a:endParaRPr>
          </a:p>
          <a:p>
            <a:pPr lvl="7" marL="343080" indent="-342360" algn="just">
              <a:lnSpc>
                <a:spcPct val="150000"/>
              </a:lnSpc>
              <a:buClr>
                <a:srgbClr val="514843"/>
              </a:buClr>
              <a:buFont typeface="Plantagenet Cherokee"/>
              <a:buAutoNum type="arabicPeriod"/>
            </a:pPr>
            <a:r>
              <a:rPr b="0" lang="en-US" sz="2000" spc="-1" strike="noStrike">
                <a:solidFill>
                  <a:srgbClr val="514843"/>
                </a:solidFill>
                <a:latin typeface="Times New Roman"/>
              </a:rPr>
              <a:t>Sistem dapat digunakan untuk mempercepat dalam penentuan pegawai baru yang sesuai kebutuhan</a:t>
            </a:r>
            <a:endParaRPr b="0" lang="en-US" sz="2000" spc="-1" strike="noStrike">
              <a:latin typeface="Arial"/>
            </a:endParaRPr>
          </a:p>
        </p:txBody>
      </p:sp>
      <p:sp>
        <p:nvSpPr>
          <p:cNvPr id="290" name="CustomShape 5"/>
          <p:cNvSpPr/>
          <p:nvPr/>
        </p:nvSpPr>
        <p:spPr>
          <a:xfrm>
            <a:off x="759960" y="613800"/>
            <a:ext cx="10892520" cy="100404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Pada proses modeling ini menerjemahkan syarat analisis kebutuhan ke sebuah perancangan perangkat lunak dan juga berfokus pada desain sistem. </a:t>
            </a:r>
            <a:endParaRPr b="0" lang="en-US" sz="2000" spc="-1" strike="noStrike">
              <a:latin typeface="Arial"/>
            </a:endParaRPr>
          </a:p>
        </p:txBody>
      </p:sp>
      <p:sp>
        <p:nvSpPr>
          <p:cNvPr id="291" name="CustomShape 6"/>
          <p:cNvSpPr/>
          <p:nvPr/>
        </p:nvSpPr>
        <p:spPr>
          <a:xfrm>
            <a:off x="508320" y="1748880"/>
            <a:ext cx="237960" cy="22788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292" name="CustomShape 7"/>
          <p:cNvSpPr/>
          <p:nvPr/>
        </p:nvSpPr>
        <p:spPr>
          <a:xfrm>
            <a:off x="542520" y="3740760"/>
            <a:ext cx="237960" cy="22788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293" name="CustomShape 8"/>
          <p:cNvSpPr/>
          <p:nvPr/>
        </p:nvSpPr>
        <p:spPr>
          <a:xfrm>
            <a:off x="844560" y="3637800"/>
            <a:ext cx="491256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2000" spc="-1" strike="noStrike">
                <a:solidFill>
                  <a:srgbClr val="514843"/>
                </a:solidFill>
                <a:latin typeface="Calibri"/>
                <a:ea typeface="Calibri"/>
              </a:rPr>
              <a:t>Desain Sistem</a:t>
            </a:r>
            <a:endParaRPr b="0" lang="en-US" sz="2000" spc="-1" strike="noStrike">
              <a:latin typeface="Arial"/>
            </a:endParaRPr>
          </a:p>
        </p:txBody>
      </p:sp>
      <p:sp>
        <p:nvSpPr>
          <p:cNvPr id="294" name="CustomShape 9"/>
          <p:cNvSpPr/>
          <p:nvPr/>
        </p:nvSpPr>
        <p:spPr>
          <a:xfrm>
            <a:off x="925200" y="4233600"/>
            <a:ext cx="10475280" cy="100404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Desain sistem yang akan dikembangkan meliputi desain  </a:t>
            </a:r>
            <a:r>
              <a:rPr b="0" i="1" lang="en-US" sz="2000" spc="-1" strike="noStrike">
                <a:solidFill>
                  <a:srgbClr val="514843"/>
                </a:solidFill>
                <a:latin typeface="Times New Roman"/>
              </a:rPr>
              <a:t>entity relationship diagram </a:t>
            </a:r>
            <a:r>
              <a:rPr b="0" lang="en-US" sz="2000" spc="-1" strike="noStrike">
                <a:solidFill>
                  <a:srgbClr val="514843"/>
                </a:solidFill>
                <a:latin typeface="Times New Roman"/>
              </a:rPr>
              <a:t>(ERD), dan tampilan (</a:t>
            </a:r>
            <a:r>
              <a:rPr b="0" i="1" lang="en-US" sz="2000" spc="-1" strike="noStrike">
                <a:solidFill>
                  <a:srgbClr val="514843"/>
                </a:solidFill>
                <a:latin typeface="Times New Roman"/>
              </a:rPr>
              <a:t>user interface</a:t>
            </a:r>
            <a:r>
              <a:rPr b="0" lang="en-US" sz="2000" spc="-1" strike="noStrike">
                <a:solidFill>
                  <a:srgbClr val="514843"/>
                </a:solidFill>
                <a:latin typeface="Times New Roman"/>
              </a:rPr>
              <a:t>).</a:t>
            </a:r>
            <a:endParaRPr b="0" lang="en-US" sz="2000" spc="-1" strike="noStrike">
              <a:latin typeface="Arial"/>
            </a:endParaRPr>
          </a:p>
        </p:txBody>
      </p:sp>
    </p:spTree>
  </p:cSld>
  <p:transition spd="slow">
    <p:wipe dir="l"/>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CustomShape 1"/>
          <p:cNvSpPr/>
          <p:nvPr/>
        </p:nvSpPr>
        <p:spPr>
          <a:xfrm>
            <a:off x="156960" y="248400"/>
            <a:ext cx="357120" cy="33732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296" name="CustomShape 2"/>
          <p:cNvSpPr/>
          <p:nvPr/>
        </p:nvSpPr>
        <p:spPr>
          <a:xfrm>
            <a:off x="609840" y="260640"/>
            <a:ext cx="488664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i="1" lang="en-US" sz="2000" spc="-1" strike="noStrike">
                <a:solidFill>
                  <a:srgbClr val="514843"/>
                </a:solidFill>
                <a:latin typeface="Times New Roman"/>
              </a:rPr>
              <a:t> </a:t>
            </a:r>
            <a:r>
              <a:rPr b="0" i="1" lang="en-US" sz="2000" spc="-1" strike="noStrike">
                <a:solidFill>
                  <a:srgbClr val="514843"/>
                </a:solidFill>
                <a:latin typeface="Times New Roman"/>
              </a:rPr>
              <a:t>Entity Relationship Diagram </a:t>
            </a:r>
            <a:r>
              <a:rPr b="0" lang="en-US" sz="2000" spc="-1" strike="noStrike">
                <a:solidFill>
                  <a:srgbClr val="514843"/>
                </a:solidFill>
                <a:latin typeface="Times New Roman"/>
              </a:rPr>
              <a:t>(ERD)</a:t>
            </a:r>
            <a:endParaRPr b="0" lang="en-US" sz="2000" spc="-1" strike="noStrike">
              <a:latin typeface="Arial"/>
            </a:endParaRPr>
          </a:p>
        </p:txBody>
      </p:sp>
      <p:pic>
        <p:nvPicPr>
          <p:cNvPr id="297" name="Picture 4" descr="2.jpg"/>
          <p:cNvPicPr/>
          <p:nvPr/>
        </p:nvPicPr>
        <p:blipFill>
          <a:blip r:embed="rId1"/>
          <a:stretch/>
        </p:blipFill>
        <p:spPr>
          <a:xfrm>
            <a:off x="515880" y="670320"/>
            <a:ext cx="11360160" cy="5772960"/>
          </a:xfrm>
          <a:prstGeom prst="rect">
            <a:avLst/>
          </a:prstGeom>
          <a:ln>
            <a:noFill/>
          </a:ln>
        </p:spPr>
      </p:pic>
    </p:spTree>
  </p:cSld>
  <p:transition spd="slow">
    <p:wipe dir="l"/>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CustomShape 1"/>
          <p:cNvSpPr/>
          <p:nvPr/>
        </p:nvSpPr>
        <p:spPr>
          <a:xfrm>
            <a:off x="954000" y="196200"/>
            <a:ext cx="414180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2000" spc="-1" strike="noStrike">
                <a:solidFill>
                  <a:srgbClr val="514843"/>
                </a:solidFill>
                <a:latin typeface="Euphemia"/>
              </a:rPr>
              <a:t>Desain </a:t>
            </a:r>
            <a:r>
              <a:rPr b="0" i="1" lang="en-US" sz="2000" spc="-1" strike="noStrike">
                <a:solidFill>
                  <a:srgbClr val="514843"/>
                </a:solidFill>
                <a:latin typeface="Euphemia"/>
              </a:rPr>
              <a:t>Interface</a:t>
            </a:r>
            <a:r>
              <a:rPr b="0" lang="en-US" sz="2000" spc="-1" strike="noStrike">
                <a:solidFill>
                  <a:srgbClr val="514843"/>
                </a:solidFill>
                <a:latin typeface="Euphemia"/>
              </a:rPr>
              <a:t> Sistem</a:t>
            </a:r>
            <a:endParaRPr b="0" lang="en-US" sz="2000" spc="-1" strike="noStrike">
              <a:latin typeface="Arial"/>
            </a:endParaRPr>
          </a:p>
        </p:txBody>
      </p:sp>
      <p:sp>
        <p:nvSpPr>
          <p:cNvPr id="299" name="CustomShape 2"/>
          <p:cNvSpPr/>
          <p:nvPr/>
        </p:nvSpPr>
        <p:spPr>
          <a:xfrm>
            <a:off x="883800" y="708840"/>
            <a:ext cx="4564800" cy="3643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514843"/>
                </a:solidFill>
                <a:latin typeface="Euphemia"/>
              </a:rPr>
              <a:t>A. </a:t>
            </a:r>
            <a:r>
              <a:rPr b="0" lang="en-US" sz="1800" spc="-1" strike="noStrike">
                <a:solidFill>
                  <a:srgbClr val="514843"/>
                </a:solidFill>
                <a:latin typeface="Euphemia"/>
              </a:rPr>
              <a:t>Halaman </a:t>
            </a:r>
            <a:r>
              <a:rPr b="0" i="1" lang="en-US" sz="1800" spc="-1" strike="noStrike">
                <a:solidFill>
                  <a:srgbClr val="514843"/>
                </a:solidFill>
                <a:latin typeface="Euphemia"/>
              </a:rPr>
              <a:t>Branda </a:t>
            </a:r>
            <a:r>
              <a:rPr b="0" lang="en-US" sz="1800" spc="-1" strike="noStrike">
                <a:solidFill>
                  <a:srgbClr val="514843"/>
                </a:solidFill>
                <a:latin typeface="Euphemia"/>
              </a:rPr>
              <a:t>Admin</a:t>
            </a:r>
            <a:endParaRPr b="0" lang="en-US" sz="1800" spc="-1" strike="noStrike">
              <a:latin typeface="Arial"/>
            </a:endParaRPr>
          </a:p>
        </p:txBody>
      </p:sp>
      <p:sp>
        <p:nvSpPr>
          <p:cNvPr id="300" name="CustomShape 3"/>
          <p:cNvSpPr/>
          <p:nvPr/>
        </p:nvSpPr>
        <p:spPr>
          <a:xfrm>
            <a:off x="533520" y="289440"/>
            <a:ext cx="237960" cy="227880"/>
          </a:xfrm>
          <a:prstGeom prst="chevron">
            <a:avLst>
              <a:gd name="adj" fmla="val 50000"/>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accent1"/>
          </a:lnRef>
          <a:fillRef idx="3">
            <a:schemeClr val="accent1"/>
          </a:fillRef>
          <a:effectRef idx="3">
            <a:schemeClr val="accent1"/>
          </a:effectRef>
          <a:fontRef idx="minor"/>
        </p:style>
      </p:sp>
      <p:sp>
        <p:nvSpPr>
          <p:cNvPr id="301" name="CustomShape 4"/>
          <p:cNvSpPr/>
          <p:nvPr/>
        </p:nvSpPr>
        <p:spPr>
          <a:xfrm>
            <a:off x="3790080" y="4067280"/>
            <a:ext cx="4564800" cy="3643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514843"/>
                </a:solidFill>
                <a:latin typeface="Euphemia"/>
              </a:rPr>
              <a:t>C. </a:t>
            </a:r>
            <a:r>
              <a:rPr b="0" lang="en-US" sz="1800" spc="-1" strike="noStrike">
                <a:solidFill>
                  <a:srgbClr val="514843"/>
                </a:solidFill>
                <a:latin typeface="Euphemia"/>
              </a:rPr>
              <a:t>Halaman </a:t>
            </a:r>
            <a:r>
              <a:rPr b="0" i="1" lang="en-US" sz="1800" spc="-1" strike="noStrike">
                <a:solidFill>
                  <a:srgbClr val="514843"/>
                </a:solidFill>
                <a:latin typeface="Euphemia"/>
              </a:rPr>
              <a:t>Login</a:t>
            </a:r>
            <a:endParaRPr b="0" lang="en-US" sz="1800" spc="-1" strike="noStrike">
              <a:latin typeface="Arial"/>
            </a:endParaRPr>
          </a:p>
        </p:txBody>
      </p:sp>
      <p:pic>
        <p:nvPicPr>
          <p:cNvPr id="302" name="Picture 9" descr="user.png"/>
          <p:cNvPicPr/>
          <p:nvPr/>
        </p:nvPicPr>
        <p:blipFill>
          <a:blip r:embed="rId1"/>
          <a:srcRect l="22847" t="23680" r="20672" b="17171"/>
          <a:stretch/>
        </p:blipFill>
        <p:spPr>
          <a:xfrm>
            <a:off x="7372440" y="871200"/>
            <a:ext cx="4624920" cy="3172680"/>
          </a:xfrm>
          <a:prstGeom prst="rect">
            <a:avLst/>
          </a:prstGeom>
          <a:ln>
            <a:noFill/>
          </a:ln>
        </p:spPr>
      </p:pic>
      <p:pic>
        <p:nvPicPr>
          <p:cNvPr id="303" name="Picture 13" descr="home.png"/>
          <p:cNvPicPr/>
          <p:nvPr/>
        </p:nvPicPr>
        <p:blipFill>
          <a:blip r:embed="rId2"/>
          <a:srcRect l="34226" t="34658" r="14407" b="25012"/>
          <a:stretch/>
        </p:blipFill>
        <p:spPr>
          <a:xfrm>
            <a:off x="1236960" y="1118880"/>
            <a:ext cx="4732560" cy="2764080"/>
          </a:xfrm>
          <a:prstGeom prst="rect">
            <a:avLst/>
          </a:prstGeom>
          <a:ln>
            <a:noFill/>
          </a:ln>
        </p:spPr>
      </p:pic>
      <p:sp>
        <p:nvSpPr>
          <p:cNvPr id="304" name="CustomShape 5"/>
          <p:cNvSpPr/>
          <p:nvPr/>
        </p:nvSpPr>
        <p:spPr>
          <a:xfrm>
            <a:off x="7320600" y="465120"/>
            <a:ext cx="4564800" cy="3643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514843"/>
                </a:solidFill>
                <a:latin typeface="Euphemia"/>
              </a:rPr>
              <a:t>B. </a:t>
            </a:r>
            <a:r>
              <a:rPr b="0" lang="en-US" sz="1800" spc="-1" strike="noStrike">
                <a:solidFill>
                  <a:srgbClr val="514843"/>
                </a:solidFill>
                <a:latin typeface="Euphemia"/>
              </a:rPr>
              <a:t>Halaman </a:t>
            </a:r>
            <a:r>
              <a:rPr b="0" i="1" lang="en-US" sz="1800" spc="-1" strike="noStrike">
                <a:solidFill>
                  <a:srgbClr val="514843"/>
                </a:solidFill>
                <a:latin typeface="Euphemia"/>
              </a:rPr>
              <a:t>Branda User</a:t>
            </a:r>
            <a:endParaRPr b="0" lang="en-US" sz="1800" spc="-1" strike="noStrike">
              <a:latin typeface="Arial"/>
            </a:endParaRPr>
          </a:p>
        </p:txBody>
      </p:sp>
      <p:pic>
        <p:nvPicPr>
          <p:cNvPr id="305" name="Picture 15" descr="login.png"/>
          <p:cNvPicPr/>
          <p:nvPr/>
        </p:nvPicPr>
        <p:blipFill>
          <a:blip r:embed="rId3"/>
          <a:srcRect l="43491" t="47365" r="39551" b="19993"/>
          <a:stretch/>
        </p:blipFill>
        <p:spPr>
          <a:xfrm>
            <a:off x="4055760" y="4480560"/>
            <a:ext cx="2064600" cy="2237040"/>
          </a:xfrm>
          <a:prstGeom prst="rect">
            <a:avLst/>
          </a:prstGeom>
          <a:ln>
            <a:noFill/>
          </a:ln>
        </p:spPr>
      </p:pic>
    </p:spTree>
  </p:cSld>
  <p:transition spd="slow">
    <p:wipe dir="l"/>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CustomShape 1"/>
          <p:cNvSpPr/>
          <p:nvPr/>
        </p:nvSpPr>
        <p:spPr>
          <a:xfrm>
            <a:off x="576360" y="428400"/>
            <a:ext cx="357120" cy="33732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307" name="CustomShape 2"/>
          <p:cNvSpPr/>
          <p:nvPr/>
        </p:nvSpPr>
        <p:spPr>
          <a:xfrm>
            <a:off x="1014120" y="376200"/>
            <a:ext cx="414180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2000" spc="-1" strike="noStrike">
                <a:solidFill>
                  <a:srgbClr val="514843"/>
                </a:solidFill>
                <a:latin typeface="Euphemia"/>
              </a:rPr>
              <a:t>Construction</a:t>
            </a:r>
            <a:endParaRPr b="0" lang="en-US" sz="2000" spc="-1" strike="noStrike">
              <a:latin typeface="Arial"/>
            </a:endParaRPr>
          </a:p>
        </p:txBody>
      </p:sp>
      <p:sp>
        <p:nvSpPr>
          <p:cNvPr id="308" name="CustomShape 3"/>
          <p:cNvSpPr/>
          <p:nvPr/>
        </p:nvSpPr>
        <p:spPr>
          <a:xfrm>
            <a:off x="1124280" y="970920"/>
            <a:ext cx="10432440" cy="176616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	</a:t>
            </a:r>
            <a:r>
              <a:rPr b="0" lang="en-US" sz="2000" spc="-1" strike="noStrike">
                <a:solidFill>
                  <a:srgbClr val="514843"/>
                </a:solidFill>
                <a:latin typeface="Times New Roman"/>
              </a:rPr>
              <a:t>T</a:t>
            </a:r>
            <a:r>
              <a:rPr b="0" lang="id-ID" sz="2000" spc="-1" strike="noStrike">
                <a:solidFill>
                  <a:srgbClr val="514843"/>
                </a:solidFill>
                <a:latin typeface="Times New Roman"/>
              </a:rPr>
              <a:t>ahap ini dilakukan pengkodean untuk mengimplementasikan hasil perancangan. Untuk</a:t>
            </a:r>
            <a:r>
              <a:rPr b="0" lang="en-US" sz="2000" spc="-1" strike="noStrike">
                <a:solidFill>
                  <a:srgbClr val="514843"/>
                </a:solidFill>
                <a:latin typeface="Times New Roman"/>
              </a:rPr>
              <a:t> </a:t>
            </a:r>
            <a:r>
              <a:rPr b="0" lang="id-ID" sz="2000" spc="-1" strike="noStrike">
                <a:solidFill>
                  <a:srgbClr val="514843"/>
                </a:solidFill>
                <a:latin typeface="Times New Roman"/>
              </a:rPr>
              <a:t>pengimplementasiannya</a:t>
            </a:r>
            <a:r>
              <a:rPr b="0" lang="en-US" sz="2000" spc="-1" strike="noStrike">
                <a:solidFill>
                  <a:srgbClr val="514843"/>
                </a:solidFill>
                <a:latin typeface="Times New Roman"/>
              </a:rPr>
              <a:t> </a:t>
            </a:r>
            <a:r>
              <a:rPr b="0" lang="id-ID" sz="2000" spc="-1" strike="noStrike">
                <a:solidFill>
                  <a:srgbClr val="514843"/>
                </a:solidFill>
                <a:latin typeface="Times New Roman"/>
              </a:rPr>
              <a:t>peneliti</a:t>
            </a:r>
            <a:r>
              <a:rPr b="0" lang="en-US" sz="2000" spc="-1" strike="noStrike">
                <a:solidFill>
                  <a:srgbClr val="514843"/>
                </a:solidFill>
                <a:latin typeface="Times New Roman"/>
              </a:rPr>
              <a:t> </a:t>
            </a:r>
            <a:r>
              <a:rPr b="0" lang="id-ID" sz="2000" spc="-1" strike="noStrike">
                <a:solidFill>
                  <a:srgbClr val="514843"/>
                </a:solidFill>
                <a:latin typeface="Times New Roman"/>
              </a:rPr>
              <a:t>menggunakan</a:t>
            </a:r>
            <a:r>
              <a:rPr b="0" lang="en-US" sz="2000" spc="-1" strike="noStrike">
                <a:solidFill>
                  <a:srgbClr val="514843"/>
                </a:solidFill>
                <a:latin typeface="Times New Roman"/>
              </a:rPr>
              <a:t> </a:t>
            </a:r>
            <a:r>
              <a:rPr b="0" lang="id-ID" sz="2000" spc="-1" strike="noStrike">
                <a:solidFill>
                  <a:srgbClr val="514843"/>
                </a:solidFill>
                <a:latin typeface="Times New Roman"/>
              </a:rPr>
              <a:t>bahasa</a:t>
            </a:r>
            <a:r>
              <a:rPr b="0" lang="en-US" sz="2000" spc="-1" strike="noStrike">
                <a:solidFill>
                  <a:srgbClr val="514843"/>
                </a:solidFill>
                <a:latin typeface="Times New Roman"/>
              </a:rPr>
              <a:t> </a:t>
            </a:r>
            <a:r>
              <a:rPr b="0" lang="id-ID" sz="2000" spc="-1" strike="noStrike">
                <a:solidFill>
                  <a:srgbClr val="514843"/>
                </a:solidFill>
                <a:latin typeface="Times New Roman"/>
              </a:rPr>
              <a:t>pemrograman </a:t>
            </a:r>
            <a:r>
              <a:rPr b="0" i="1" lang="en-US" sz="2000" spc="-1" strike="noStrike">
                <a:solidFill>
                  <a:srgbClr val="514843"/>
                </a:solidFill>
                <a:latin typeface="Times New Roman"/>
              </a:rPr>
              <a:t>PHP, HTML dan MYSQL sebagai database .</a:t>
            </a:r>
            <a:endParaRPr b="0" lang="en-US" sz="2000" spc="-1" strike="noStrike">
              <a:latin typeface="Arial"/>
            </a:endParaRPr>
          </a:p>
          <a:p>
            <a:pPr algn="just">
              <a:lnSpc>
                <a:spcPct val="100000"/>
              </a:lnSpc>
            </a:pPr>
            <a:endParaRPr b="0" lang="en-US" sz="2000" spc="-1" strike="noStrike">
              <a:latin typeface="Arial"/>
            </a:endParaRPr>
          </a:p>
        </p:txBody>
      </p:sp>
      <p:sp>
        <p:nvSpPr>
          <p:cNvPr id="309" name="CustomShape 4"/>
          <p:cNvSpPr/>
          <p:nvPr/>
        </p:nvSpPr>
        <p:spPr>
          <a:xfrm>
            <a:off x="594000" y="3713760"/>
            <a:ext cx="357120" cy="337320"/>
          </a:xfrm>
          <a:prstGeom prst="ellipse">
            <a:avLst/>
          </a:prstGeom>
          <a:gradFill rotWithShape="0">
            <a:gsLst>
              <a:gs pos="0">
                <a:srgbClr val="53463f"/>
              </a:gs>
              <a:gs pos="100000">
                <a:srgbClr val="493e39"/>
              </a:gs>
            </a:gsLst>
            <a:path path="rect"/>
          </a:gradFill>
          <a:ln>
            <a:noFill/>
          </a:ln>
          <a:effectLst>
            <a:outerShdw blurRad="39000" dir="5400000" dist="25560" rotWithShape="0">
              <a:srgbClr val="000000">
                <a:alpha val="38000"/>
              </a:srgbClr>
            </a:outerShdw>
          </a:effectLst>
        </p:spPr>
        <p:style>
          <a:lnRef idx="0">
            <a:schemeClr val="dk1"/>
          </a:lnRef>
          <a:fillRef idx="3">
            <a:schemeClr val="dk1"/>
          </a:fillRef>
          <a:effectRef idx="3">
            <a:schemeClr val="dk1"/>
          </a:effectRef>
          <a:fontRef idx="minor"/>
        </p:style>
      </p:sp>
      <p:sp>
        <p:nvSpPr>
          <p:cNvPr id="310" name="CustomShape 5"/>
          <p:cNvSpPr/>
          <p:nvPr/>
        </p:nvSpPr>
        <p:spPr>
          <a:xfrm>
            <a:off x="1136520" y="3631320"/>
            <a:ext cx="4141800" cy="39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id-ID" sz="2000" spc="-1" strike="noStrike">
                <a:solidFill>
                  <a:srgbClr val="514843"/>
                </a:solidFill>
                <a:latin typeface="Euphemia"/>
              </a:rPr>
              <a:t>Deployment</a:t>
            </a:r>
            <a:endParaRPr b="0" lang="en-US" sz="2000" spc="-1" strike="noStrike">
              <a:latin typeface="Arial"/>
            </a:endParaRPr>
          </a:p>
        </p:txBody>
      </p:sp>
      <p:sp>
        <p:nvSpPr>
          <p:cNvPr id="311" name="CustomShape 6"/>
          <p:cNvSpPr/>
          <p:nvPr/>
        </p:nvSpPr>
        <p:spPr>
          <a:xfrm>
            <a:off x="1171800" y="4166280"/>
            <a:ext cx="10432440" cy="1461600"/>
          </a:xfrm>
          <a:prstGeom prst="rect">
            <a:avLst/>
          </a:prstGeom>
          <a:noFill/>
          <a:ln>
            <a:noFill/>
          </a:ln>
        </p:spPr>
        <p:style>
          <a:lnRef idx="0"/>
          <a:fillRef idx="0"/>
          <a:effectRef idx="0"/>
          <a:fontRef idx="minor"/>
        </p:style>
        <p:txBody>
          <a:bodyPr lIns="90000" rIns="90000" tIns="45000" bIns="45000">
            <a:spAutoFit/>
          </a:bodyPr>
          <a:p>
            <a:pPr algn="just">
              <a:lnSpc>
                <a:spcPct val="150000"/>
              </a:lnSpc>
            </a:pPr>
            <a:r>
              <a:rPr b="0" lang="en-US" sz="2000" spc="-1" strike="noStrike">
                <a:solidFill>
                  <a:srgbClr val="514843"/>
                </a:solidFill>
                <a:latin typeface="Times New Roman"/>
              </a:rPr>
              <a:t>	</a:t>
            </a:r>
            <a:r>
              <a:rPr b="0" lang="id-ID" sz="2000" spc="-1" strike="noStrike">
                <a:solidFill>
                  <a:srgbClr val="514843"/>
                </a:solidFill>
                <a:latin typeface="Times New Roman"/>
              </a:rPr>
              <a:t>Tahap ini dilakukan pengujian </a:t>
            </a:r>
            <a:r>
              <a:rPr b="0" lang="en-US" sz="2000" spc="-1" strike="noStrike">
                <a:solidFill>
                  <a:srgbClr val="514843"/>
                </a:solidFill>
                <a:latin typeface="Times New Roman"/>
              </a:rPr>
              <a:t>dan implementasi</a:t>
            </a:r>
            <a:r>
              <a:rPr b="0" lang="id-ID" sz="2000" spc="-1" strike="noStrike">
                <a:solidFill>
                  <a:srgbClr val="514843"/>
                </a:solidFill>
                <a:latin typeface="Times New Roman"/>
              </a:rPr>
              <a:t>. Untuk </a:t>
            </a:r>
            <a:r>
              <a:rPr b="0" lang="en-US" sz="2000" spc="-1" strike="noStrike">
                <a:solidFill>
                  <a:srgbClr val="514843"/>
                </a:solidFill>
                <a:latin typeface="Times New Roman"/>
              </a:rPr>
              <a:t>pengujian sistem peneliiti menggunakan </a:t>
            </a:r>
            <a:r>
              <a:rPr b="0" i="1" lang="en-US" sz="1800" spc="-1" strike="noStrike">
                <a:solidFill>
                  <a:srgbClr val="514843"/>
                </a:solidFill>
                <a:latin typeface="Times New Roman"/>
              </a:rPr>
              <a:t>Black Box Testing</a:t>
            </a:r>
            <a:r>
              <a:rPr b="0" lang="en-US" sz="2000" spc="-1" strike="noStrike">
                <a:solidFill>
                  <a:srgbClr val="514843"/>
                </a:solidFill>
                <a:latin typeface="Times New Roman"/>
              </a:rPr>
              <a:t> dan </a:t>
            </a:r>
            <a:r>
              <a:rPr b="0" i="1" lang="en-US" sz="2000" spc="-1" strike="noStrike">
                <a:solidFill>
                  <a:srgbClr val="514843"/>
                </a:solidFill>
                <a:latin typeface="Times New Roman"/>
              </a:rPr>
              <a:t>C</a:t>
            </a:r>
            <a:r>
              <a:rPr b="0" i="1" lang="id-ID" sz="2000" spc="-1" strike="noStrike">
                <a:solidFill>
                  <a:srgbClr val="514843"/>
                </a:solidFill>
                <a:latin typeface="Times New Roman"/>
              </a:rPr>
              <a:t>onfusion </a:t>
            </a:r>
            <a:r>
              <a:rPr b="0" i="1" lang="en-US" sz="2000" spc="-1" strike="noStrike">
                <a:solidFill>
                  <a:srgbClr val="514843"/>
                </a:solidFill>
                <a:latin typeface="Times New Roman"/>
              </a:rPr>
              <a:t>M</a:t>
            </a:r>
            <a:r>
              <a:rPr b="0" i="1" lang="id-ID" sz="2000" spc="-1" strike="noStrike">
                <a:solidFill>
                  <a:srgbClr val="514843"/>
                </a:solidFill>
                <a:latin typeface="Times New Roman"/>
              </a:rPr>
              <a:t>atrix</a:t>
            </a:r>
            <a:r>
              <a:rPr b="0" lang="id-ID" sz="2000" spc="-1" strike="noStrike">
                <a:solidFill>
                  <a:srgbClr val="514843"/>
                </a:solidFill>
                <a:latin typeface="Times New Roman"/>
              </a:rPr>
              <a:t> untuk mencari nilai </a:t>
            </a:r>
            <a:r>
              <a:rPr b="0" i="1" lang="id-ID" sz="2000" spc="-1" strike="noStrike">
                <a:solidFill>
                  <a:srgbClr val="514843"/>
                </a:solidFill>
                <a:latin typeface="Times New Roman"/>
              </a:rPr>
              <a:t>recall, precision</a:t>
            </a:r>
            <a:r>
              <a:rPr b="0" lang="id-ID" sz="2000" spc="-1" strike="noStrike">
                <a:solidFill>
                  <a:srgbClr val="514843"/>
                </a:solidFill>
                <a:latin typeface="Times New Roman"/>
              </a:rPr>
              <a:t>, dan </a:t>
            </a:r>
            <a:r>
              <a:rPr b="0" i="1" lang="id-ID" sz="2000" spc="-1" strike="noStrike">
                <a:solidFill>
                  <a:srgbClr val="514843"/>
                </a:solidFill>
                <a:latin typeface="Times New Roman"/>
              </a:rPr>
              <a:t>accuracy</a:t>
            </a:r>
            <a:endParaRPr b="0" lang="en-US" sz="2000" spc="-1" strike="noStrike">
              <a:latin typeface="Arial"/>
            </a:endParaRPr>
          </a:p>
        </p:txBody>
      </p:sp>
    </p:spTree>
  </p:cSld>
  <p:transition spd="slow">
    <p:wipe dir="l"/>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TextShape 1"/>
          <p:cNvSpPr txBox="1"/>
          <p:nvPr/>
        </p:nvSpPr>
        <p:spPr>
          <a:xfrm>
            <a:off x="1114920" y="2441160"/>
            <a:ext cx="5733720" cy="2219400"/>
          </a:xfrm>
          <a:prstGeom prst="rect">
            <a:avLst/>
          </a:prstGeom>
          <a:noFill/>
          <a:ln>
            <a:noFill/>
          </a:ln>
        </p:spPr>
        <p:txBody>
          <a:bodyPr lIns="0" rIns="0" anchor="ctr">
            <a:normAutofit/>
          </a:bodyPr>
          <a:p>
            <a:pPr>
              <a:lnSpc>
                <a:spcPct val="90000"/>
              </a:lnSpc>
            </a:pPr>
            <a:r>
              <a:rPr b="0" lang="en-US" sz="6000" spc="-1" strike="noStrike" cap="all">
                <a:solidFill>
                  <a:srgbClr val="514843"/>
                </a:solidFill>
                <a:latin typeface="Plantagenet Cherokee"/>
              </a:rPr>
              <a:t>Thank You </a:t>
            </a:r>
            <a:endParaRPr b="0" lang="en-US" sz="6000" spc="-1" strike="noStrike">
              <a:solidFill>
                <a:srgbClr val="514843"/>
              </a:solidFill>
              <a:latin typeface="Euphemia"/>
            </a:endParaRPr>
          </a:p>
        </p:txBody>
      </p:sp>
      <p:pic>
        <p:nvPicPr>
          <p:cNvPr id="313" name="Picture Placeholder 5" descr=""/>
          <p:cNvPicPr/>
          <p:nvPr/>
        </p:nvPicPr>
        <p:blipFill>
          <a:blip r:embed="rId1"/>
          <a:srcRect l="15183" t="0" r="15183" b="0"/>
          <a:stretch/>
        </p:blipFill>
        <p:spPr>
          <a:xfrm>
            <a:off x="6981120" y="1310760"/>
            <a:ext cx="5210640" cy="4208400"/>
          </a:xfrm>
          <a:prstGeom prst="rect">
            <a:avLst/>
          </a:prstGeom>
          <a:ln>
            <a:noFill/>
          </a:ln>
          <a:effectLst>
            <a:softEdge rad="112500"/>
          </a:effectLst>
        </p:spPr>
      </p:pic>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1070</TotalTime>
  <Application>LibreOffice/6.4.7.2$Linux_X86_64 LibreOffice_project/40$Build-2</Application>
  <Words>398</Words>
  <Paragraphs>95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2021-10-22T14:25:41Z</dcterms:created>
  <dc:creator>Destri Anggraeni Saputra</dc:creator>
  <dc:description/>
  <dc:language>en-US</dc:language>
  <cp:lastModifiedBy/>
  <dcterms:modified xsi:type="dcterms:W3CDTF">2022-01-10T17:06:28Z</dcterms:modified>
  <cp:revision>110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CampaignTags">
    <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HiddenSlides">
    <vt:i4>0</vt:i4>
  </property>
  <property fmtid="{D5CDD505-2E9C-101B-9397-08002B2CF9AE}" pid="7" name="HyperlinksChanged">
    <vt:bool>0</vt:bool>
  </property>
  <property fmtid="{D5CDD505-2E9C-101B-9397-08002B2CF9AE}" pid="8" name="InternalTags">
    <vt:lpwstr/>
  </property>
  <property fmtid="{D5CDD505-2E9C-101B-9397-08002B2CF9AE}" pid="9" name="LinksUpToDate">
    <vt:bool>0</vt:bool>
  </property>
  <property fmtid="{D5CDD505-2E9C-101B-9397-08002B2CF9AE}" pid="10" name="LocalizationTags">
    <vt:lpwstr/>
  </property>
  <property fmtid="{D5CDD505-2E9C-101B-9397-08002B2CF9AE}" pid="11" name="MMClips">
    <vt:i4>0</vt:i4>
  </property>
  <property fmtid="{D5CDD505-2E9C-101B-9397-08002B2CF9AE}" pid="12" name="Notes">
    <vt:i4>0</vt:i4>
  </property>
  <property fmtid="{D5CDD505-2E9C-101B-9397-08002B2CF9AE}" pid="13" name="PresentationFormat">
    <vt:lpwstr>Custom</vt:lpwstr>
  </property>
  <property fmtid="{D5CDD505-2E9C-101B-9397-08002B2CF9AE}" pid="14" name="ScaleCrop">
    <vt:bool>0</vt:bool>
  </property>
  <property fmtid="{D5CDD505-2E9C-101B-9397-08002B2CF9AE}" pid="15" name="ScenarioTags">
    <vt:lpwstr/>
  </property>
  <property fmtid="{D5CDD505-2E9C-101B-9397-08002B2CF9AE}" pid="16" name="ShareDoc">
    <vt:bool>0</vt:bool>
  </property>
  <property fmtid="{D5CDD505-2E9C-101B-9397-08002B2CF9AE}" pid="17" name="Slides">
    <vt:i4>16</vt:i4>
  </property>
</Properties>
</file>